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 id="263" r:id="rId10"/>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 Target="slides/slide8.xml" Type="http://schemas.openxmlformats.org/officeDocument/2006/relationships/slide" Id="rId10"/></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8.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sz="4400" b="1"/>
              <a:t>Membangun Kepercayaan: Kunci untuk Kesuksesan dalam Organisasi</a:t>
            </a:r>
          </a:p>
        </p:txBody>
      </p:sp>
      <p:sp>
        <p:nvSpPr>
          <p:cNvPr id="0" name=""/>
          <p:cNvSpPr txBox="1"/>
          <p:nvPr/>
        </p:nvSpPr>
        <p:spPr>
          <a:xfrm>
            <a:off x="457200" y="3474720"/>
            <a:ext cx="8229600" cy="2743200"/>
          </a:xfrm>
          <a:prstGeom prst="rect"/>
        </p:spPr>
        <p:txBody>
          <a:bodyPr wrap="square">
            <a:spAutoFit/>
          </a:bodyPr>
          <a:p>
            <a:r>
              <a:rPr sz="1800"/>
              <a:t>Durasi: 75 menit | Audiens: Pemimpin dan anggota tim</a:t>
            </a:r>
          </a:p>
          <a:p/>
          <a:p>
            <a:r>
              <a:rPr sz="1800" b="1"/>
              <a:t>Tujuan Pembelajaran:</a:t>
            </a:r>
          </a:p>
          <a:p>
            <a:r>
              <a:rPr sz="1600"/>
              <a:t>• Membangun kepercayaan dalam tim</a:t>
            </a:r>
          </a:p>
          <a:p>
            <a:r>
              <a:rPr sz="1600"/>
              <a:t>• Meningkatkan komunikasi efektif</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OBJECTIVE: TUJUAN PEMBELAJARAN</a:t>
            </a:r>
          </a:p>
        </p:txBody>
      </p:sp>
      <p:sp>
        <p:nvSpPr>
          <p:cNvPr id="0" name=""/>
          <p:cNvSpPr txBox="1"/>
          <p:nvPr/>
        </p:nvSpPr>
        <p:spPr>
          <a:xfrm>
            <a:off x="457200" y="1280160"/>
            <a:ext cx="8229600" cy="5303520"/>
          </a:xfrm>
          <a:prstGeom prst="rect"/>
        </p:spPr>
        <p:txBody>
          <a:bodyPr wrap="square">
            <a:spAutoFit/>
          </a:bodyPr>
          <a:p>
            <a:r>
              <a:rPr sz="1600"/>
              <a:t>Definisi Kepercayaan</a:t>
            </a:r>
          </a:p>
          <a:p>
            <a:r>
              <a:rPr sz="1600"/>
              <a:t>Kepercayaan adalah key element dalam membangun hubungan yang kuat dan efektif dalam tim. Kepercayaan memungkinkan anggota tim untuk bekerja sama dengan percaya diri, berbagi ide, dan mengambil risiko yang diperlukan untuk mencapai tujuan bersama. Tanpa kepercayaan, tim akan mengalami kesulitan dalam mencapai tujuan dan menghadapi konflik yang tidak perlu.</a:t>
            </a:r>
          </a:p>
          <a:p>
            <a:r>
              <a:rPr sz="1600"/>
              <a:t>• Manfaat Kepercayaan dalam Tim</a:t>
            </a:r>
          </a:p>
          <a:p>
            <a:r>
              <a:rPr sz="1600"/>
              <a:t>Kepercayaan dalam tim membawa banyak manfaat, termasuk meningkatkan komunikasi, memperkuat kerja sama, dan meningkatkan produktivitas. Dengan kepercayaan, anggota tim merasa nyaman untuk berbagi pendapat, mengambil keputusan bersama, dan mendukung satu sama lain dalam mencapai tujuan.</a:t>
            </a:r>
          </a:p>
          <a:p>
            <a:r>
              <a:rPr sz="1600"/>
              <a:t>• Pentingnya Komunikasi dalam Membangun Kepercayaan</a:t>
            </a:r>
          </a:p>
          <a:p>
            <a:r>
              <a:rPr sz="1600"/>
              <a:t>Komunikasi yang efektif dan terbuka adalah kunci untuk membangun kepercayaan dalam tim. Komunikasi yang jelas, transparan, dan konstruktif membantu menghilangkan kesalahpahaman, membangun pemahaman bersama, dan meningkatkan kepercayaan di antara anggota tim.</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KONSEP: MEMBANGUN KEPERCAYAAN</a:t>
            </a:r>
          </a:p>
        </p:txBody>
      </p:sp>
      <p:sp>
        <p:nvSpPr>
          <p:cNvPr id="0" name=""/>
          <p:cNvSpPr txBox="1"/>
          <p:nvPr/>
        </p:nvSpPr>
        <p:spPr>
          <a:xfrm>
            <a:off x="457200" y="1280160"/>
            <a:ext cx="8229600" cy="5303520"/>
          </a:xfrm>
          <a:prstGeom prst="rect"/>
        </p:spPr>
        <p:txBody>
          <a:bodyPr wrap="square">
            <a:spAutoFit/>
          </a:bodyPr>
          <a:p>
            <a:r>
              <a:rPr sz="1600"/>
              <a:t>Definisi Membangun Kepercayaan</a:t>
            </a:r>
          </a:p>
          <a:p>
            <a:r>
              <a:rPr sz="1600"/>
              <a:t>Membangun kepercayaan adalah proses membangun hubungan yang kuat dan efektif dengan anggota tim. Proses ini memerlukan komitmen, konsistensi, dan komunikasi yang efektif. Membangun kepercayaan tidak hanya tentang mempercayai orang lain, tetapi juga tentang mempercayai diri sendiri dan kemampuan kita untuk bekerja sama dengan orang lain.</a:t>
            </a:r>
          </a:p>
          <a:p>
            <a:r>
              <a:rPr sz="1600"/>
              <a:t>• Langkah-langkah Membangun Kepercayaan</a:t>
            </a:r>
          </a:p>
          <a:p>
            <a:r>
              <a:rPr sz="1600"/>
              <a:t>Langkah pertama dalam membangun kepercayaan adalah membangun komunikasi yang efektif. Ini berarti mendengarkan aktif, memberikan umpan balik yang konstruktif, dan berbagi informasi yang relevan. Langkah kedua adalah membangun kerja sama yang efektif. Ini berarti bekerja sama untuk mencapai tujuan, membagi tugas, dan mendukung satu sama lain.</a:t>
            </a:r>
          </a:p>
          <a:p>
            <a:r>
              <a:rPr sz="1600"/>
              <a:t>• Pentingnya Konsistensi dalam Membangun Kepercayaan</a:t>
            </a:r>
          </a:p>
          <a:p>
            <a:r>
              <a:rPr sz="1600"/>
              <a:t>Konsistensi adalah kunci dalam membangun kepercayaan. Ini berarti menepati janji, memenuhi komitmen, dan mempertahankan standar yang tinggi. Dengan konsistensi, anggota tim dapat mempercayai bahwa kita akan melakukan apa yang kita katakan dan bahwa kita akan selalu berusaha untuk melakukan yang terbaik.</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LANGKAH: MEMBANGUN KEPERCAYAAN DALAM TIM</a:t>
            </a:r>
          </a:p>
        </p:txBody>
      </p:sp>
      <p:sp>
        <p:nvSpPr>
          <p:cNvPr id="0" name=""/>
          <p:cNvSpPr txBox="1"/>
          <p:nvPr/>
        </p:nvSpPr>
        <p:spPr>
          <a:xfrm>
            <a:off x="457200" y="1280160"/>
            <a:ext cx="8229600" cy="5303520"/>
          </a:xfrm>
          <a:prstGeom prst="rect"/>
        </p:spPr>
        <p:txBody>
          <a:bodyPr wrap="square">
            <a:spAutoFit/>
          </a:bodyPr>
          <a:p>
            <a:r>
              <a:rPr sz="1600"/>
              <a:t>Langkah 1: Membangun Komunikasi yang Efektif</a:t>
            </a:r>
          </a:p>
          <a:p>
            <a:r>
              <a:rPr sz="1600"/>
              <a:t>Langkah pertama dalam membangun kepercayaan adalah membangun komunikasi yang efektif. Ini berarti mendengarkan aktif, memberikan umpan balik yang konstruktif, dan berbagi informasi yang relevan. Dengan komunikasi yang efektif, anggota tim dapat memahami satu sama lain, membagi ide, dan bekerja sama untuk mencapai tujuan.</a:t>
            </a:r>
          </a:p>
          <a:p>
            <a:r>
              <a:rPr sz="1600"/>
              <a:t>• Langkah 2: Membangun Kerja Sama yang Efektif</a:t>
            </a:r>
          </a:p>
          <a:p>
            <a:r>
              <a:rPr sz="1600"/>
              <a:t>Langkah kedua dalam membangun kepercayaan adalah membangun kerja sama yang efektif. Ini berarti bekerja sama untuk mencapai tujuan, membagi tugas, dan mendukung satu sama lain. Dengan kerja sama yang efektif, anggota tim dapat mempercayai bahwa kita akan bekerja sama untuk mencapai tujuan dan bahwa kita akan selalu berusaha untuk melakukan yang terbaik.</a:t>
            </a:r>
          </a:p>
          <a:p>
            <a:r>
              <a:rPr sz="1600"/>
              <a:t>• Langkah 3: Membangun Konsistensi</a:t>
            </a:r>
          </a:p>
          <a:p>
            <a:r>
              <a:rPr sz="1600"/>
              <a:t>Langkah ketiga dalam membangun kepercayaan adalah membangun konsistensi. Ini berarti menepati janji, memenuhi komitmen, dan mempertahankan standar yang tinggi. Dengan konsistensi, anggota tim dapat mempercayai bahwa kita akan melakukan apa yang kita katakan dan bahwa kita akan selalu berusaha untuk melakukan yang terbaik.</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STUDI KASUS: MEMBANGUN KEPERCAYAAN DALAM TIM</a:t>
            </a:r>
          </a:p>
        </p:txBody>
      </p:sp>
      <p:sp>
        <p:nvSpPr>
          <p:cNvPr id="0" name=""/>
          <p:cNvSpPr txBox="1"/>
          <p:nvPr/>
        </p:nvSpPr>
        <p:spPr>
          <a:xfrm>
            <a:off x="457200" y="1280160"/>
            <a:ext cx="8229600" cy="5303520"/>
          </a:xfrm>
          <a:prstGeom prst="rect"/>
        </p:spPr>
        <p:txBody>
          <a:bodyPr wrap="square">
            <a:spAutoFit/>
          </a:bodyPr>
          <a:p>
            <a:r>
              <a:rPr sz="1600"/>
              <a:t>Contoh Kasus: Membangun Kepercayaan dalam Tim</a:t>
            </a:r>
          </a:p>
          <a:p>
            <a:r>
              <a:rPr sz="1600"/>
              <a:t>Dalam sebuah perusahaan, tim penjualan mengalami kesulitan dalam mencapai tujuan karena kurangnya kepercayaan di antara anggota tim. Untuk membangun kepercayaan, pemimpin tim memutuskan untuk membangun komunikasi yang efektif, membagi tugas, dan mendukung satu sama lain. Dengan membangun kepercayaan, tim penjualan dapat mencapai tujuan dan meningkatkan produktivitas.</a:t>
            </a:r>
          </a:p>
          <a:p>
            <a:r>
              <a:rPr sz="1600"/>
              <a:t>• Analisis Kasus</a:t>
            </a:r>
          </a:p>
          <a:p>
            <a:r>
              <a:rPr sz="1600"/>
              <a:t>Dalam kasus ini, pemimpin tim memahami bahwa kepercayaan adalah kunci untuk membangun tim yang efektif. Dengan membangun komunikasi yang efektif, membagi tugas, dan mendukung satu sama lain, pemimpin tim dapat membangun kepercayaan di antara anggota tim. Dengan kepercayaan, tim penjualan dapat mencapai tujuan dan meningkatkan produktivitas.</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PENUTUP: MEMBANGUN KEPERCAYAAN DALAM TIM</a:t>
            </a:r>
          </a:p>
        </p:txBody>
      </p:sp>
      <p:sp>
        <p:nvSpPr>
          <p:cNvPr id="0" name=""/>
          <p:cNvSpPr txBox="1"/>
          <p:nvPr/>
        </p:nvSpPr>
        <p:spPr>
          <a:xfrm>
            <a:off x="457200" y="1280160"/>
            <a:ext cx="8229600" cy="5303520"/>
          </a:xfrm>
          <a:prstGeom prst="rect"/>
        </p:spPr>
        <p:txBody>
          <a:bodyPr wrap="square">
            <a:spAutoFit/>
          </a:bodyPr>
          <a:p>
            <a:r>
              <a:rPr sz="1600"/>
              <a:t>Ringkasan</a:t>
            </a:r>
          </a:p>
          <a:p>
            <a:r>
              <a:rPr sz="1600"/>
              <a:t>Membangun kepercayaan dalam tim adalah proses membangun hubungan yang kuat dan efektif dengan anggota tim. Proses ini memerlukan komitmen, konsistensi, dan komunikasi yang efektif. Dengan membangun kepercayaan, tim dapat mencapai tujuan dan meningkatkan produktivitas.</a:t>
            </a:r>
          </a:p>
          <a:p>
            <a:r>
              <a:rPr sz="1600"/>
              <a:t>• Tindakan Lanjutan</a:t>
            </a:r>
          </a:p>
          <a:p>
            <a:r>
              <a:rPr sz="1600"/>
              <a:t>Setelah memahami pentingnya membangun kepercayaan dalam tim, langkah selanjutnya adalah mempraktikkan langkah-langkah membangun kepercayaan dalam tim. Ini berarti membangun komunikasi yang efektif, membagi tugas, dan mendukung satu sama lain. Dengan mempraktikkan langkah-langkah ini, tim dapat membangun kepercayaan dan mencapai tujuan.</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Aktivitas &amp; Latihan</a:t>
            </a:r>
          </a:p>
        </p:txBody>
      </p:sp>
      <p:sp>
        <p:nvSpPr>
          <p:cNvPr id="0" name=""/>
          <p:cNvSpPr txBox="1"/>
          <p:nvPr/>
        </p:nvSpPr>
        <p:spPr>
          <a:xfrm>
            <a:off x="457200" y="1280160"/>
            <a:ext cx="8229600" cy="5303520"/>
          </a:xfrm>
          <a:prstGeom prst="rect"/>
        </p:spPr>
        <p:txBody>
          <a:bodyPr wrap="square">
            <a:spAutoFit/>
          </a:bodyPr>
          <a:p>
            <a:r>
              <a:rPr sz="1800" b="1"/>
              <a:t>1. Membangun Komunikasi yang Efektif (15 menit)</a:t>
            </a:r>
          </a:p>
          <a:p>
            <a:r>
              <a:rPr sz="1500"/>
              <a:t xml:space="preserve">   Berbagi informasi yang relevan, mendengarkan aktif, dan memberikan umpan balik yang konstruktif</a:t>
            </a:r>
          </a:p>
          <a:p>
            <a:r>
              <a:rPr sz="600"/>
              <a:t xml:space="preserve"> </a:t>
            </a:r>
          </a:p>
          <a:p>
            <a:r>
              <a:rPr sz="1800" b="1"/>
              <a:t>2. Membangun Kerja Sama yang Efektif (15 menit)</a:t>
            </a:r>
          </a:p>
          <a:p>
            <a:r>
              <a:rPr sz="1500"/>
              <a:t xml:space="preserve">   Bekerja sama untuk mencapai tujuan, membagi tugas, dan mendukung satu sama lain</a:t>
            </a:r>
          </a:p>
        </p:txBody>
      </p:sp>
    </p:spTree>
  </p:cSld>
</p:sld>
</file>

<file path=ppt/slides/slide8.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Assessment &amp; Evaluasi</a:t>
            </a:r>
          </a:p>
        </p:txBody>
      </p:sp>
      <p:sp>
        <p:nvSpPr>
          <p:cNvPr id="0" name=""/>
          <p:cNvSpPr txBox="1"/>
          <p:nvPr/>
        </p:nvSpPr>
        <p:spPr>
          <a:xfrm>
            <a:off x="457200" y="1280160"/>
            <a:ext cx="8229600" cy="5303520"/>
          </a:xfrm>
          <a:prstGeom prst="rect"/>
        </p:spPr>
        <p:txBody>
          <a:bodyPr wrap="square">
            <a:spAutoFit/>
          </a:bodyPr>
          <a:p>
            <a:r>
              <a:rPr sz="1500" b="1"/>
              <a:t>Q1: Apa yang dimaksud dengan kepercayaan dalam tim?</a:t>
            </a:r>
          </a:p>
          <a:p>
            <a:r>
              <a:rPr sz="1400"/>
              <a:t>A: Kepercayaan dalam tim adalah proses membangun hubungan yang kuat dan efektif dengan anggota tim</a:t>
            </a:r>
          </a:p>
          <a:p>
            <a:r>
              <a:rPr sz="600"/>
              <a:t xml:space="preserve"> </a:t>
            </a:r>
          </a:p>
          <a:p>
            <a:r>
              <a:rPr sz="1500" b="1"/>
              <a:t>Q2: Bagaimana cara membangun kepercayaan dalam tim?</a:t>
            </a:r>
          </a:p>
          <a:p>
            <a:r>
              <a:rPr sz="1400"/>
              <a:t>A: Membangun kepercayaan dalam tim dapat dilakukan dengan membangun komunikasi yang efektif, membagi tugas, dan mendukung satu sama lain</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