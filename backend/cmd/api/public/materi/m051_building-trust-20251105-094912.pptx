
<file path=[Content_Types].xml><?xml version="1.0" encoding="utf-8"?>
<Types xmlns="http://schemas.openxmlformats.org/package/2006/content-types" xmlns:xml="http://www.w3.org/XML/1998/namespace">
  <Default Extension="xml" ContentType="application/xml"/>
  <Default Extension="rels" ContentType="application/vnd.openxmlformats-package.relationships+xml"/>
  <Default Extension="png" ContentType="image/png"/>
  <Default Extension="jpeg" ContentType="image/jpeg"/>
  <Default Extension="jpg" ContentType="image/jpeg"/>
  <Default Extension="wmf" ContentType="image/x-wmf"/>
  <Override ContentType="application/vnd.openxmlformats-package.core-properties+xml" PartName="/docProps/core.xml"/>
  <Override ContentType="application/vnd.openxmlformats-officedocument.extended-properties+xml" PartName="/docProps/app.xml"/>
  <Override ContentType="application/vnd.openxmlformats-officedocument.presentationml.presentation.main+xml" PartName="/ppt/presentation.xml"/>
  <Override ContentType="application/vnd.openxmlformats-officedocument.presentationml.slideMaster+xml" PartName="/ppt/slideMasters/slideMaster1.xml"/>
  <Override ContentType="application/vnd.openxmlformats-officedocument.presentationml.slideLayout+xml" PartName="/ppt/slideLayouts/slideLayout1.xml"/>
  <Override ContentType="application/vnd.openxmlformats-officedocument.theme+xml" PartName="/ppt/theme/theme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Types>
</file>

<file path=_rels/.rels><?xml version="1.0" encoding="UTF-8" standalone="yes"?>
<Relationships xmlns="http://schemas.openxmlformats.org/package/2006/relationships" xmlns:xml="http://www.w3.org/XML/1998/namespace"><Relationship Target="docProps/core.xml" Type="http://schemas.openxmlformats.org/package/2006/relationships/metadata/core-properties" Id="rId1"/><Relationship Target="docProps/app.xml" Type="http://schemas.openxmlformats.org/officeDocument/2006/relationships/extended-properties" Id="rId2"/><Relationship Target="ppt/presentation.xml" Type="http://schemas.openxmlformats.org/officeDocument/2006/relationships/officeDocument" Id="rId3"/><Relationship Target="ppt/presProps.xml" Type="http://schemas.openxmlformats.org/officeDocument/2006/relationships/presProps" Id="rId4"/><Relationship Target="ppt/viewProps.xml" Type="http://schemas.openxmlformats.org/officeDocument/2006/relationships/viewProps" Id="rId5"/><Relationship Target="ppt/tableStyles.xml" Type="http://schemas.openxmlformats.org/officeDocument/2006/relationships/tableStyles" Id="rId6"/></Relationships>

</file>

<file path=ppt/presentation.xml><?xml version="1.0" encoding="utf-8"?>
<p:presentation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conformance="transitional">
  <p:sldMasterIdLst>
    <p:sldMasterId id="2147483648" r:id="rId1"/>
  </p:sldMasterIdLst>
  <p:sldIdLst>
    <p:sldId id="256" r:id="rId3"/>
    <p:sldId id="257" r:id="rId4"/>
    <p:sldId id="258" r:id="rId5"/>
    <p:sldId id="259" r:id="rId6"/>
    <p:sldId id="260" r:id="rId7"/>
    <p:sldId id="261" r:id="rId8"/>
    <p:sldId id="262" r:id="rId9"/>
    <p:sldId id="263" r:id="rId10"/>
  </p:sldIdLst>
  <p:notesSz cx="6858000" cy="9144000"/>
</p:presentation>
</file>

<file path=ppt/presProps.xml><?xml version="1.0" encoding="utf-8"?>
<p:presentation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tableStyles.xml><?xml version="1.0" encoding="utf-8"?>
<a:tblStyleLst xmlns="http://schemas.openxmlformats.org/drawingml/2006/main" xmlns:a="http://schemas.openxmlformats.org/drawingml/2006/main" xmlns:r="http://schemas.openxmlformats.org/officeDocument/2006/relationships" xmlns:sh="http://schemas.openxmlformats.org/officeDocument/2006/sharedTypes" xmlns:xml="http://www.w3.org/XML/1998/namespace" def="{00000000-0000-0000-0000-000000000000}"/>
</file>

<file path=ppt/viewProps.xml><?xml version="1.0" encoding="utf-8"?>
<p:viewP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file>

<file path=ppt/_rels/presentation.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 Target="theme/theme1.xml" Type="http://schemas.openxmlformats.org/officeDocument/2006/relationships/theme" Id="rId2"/><Relationship Target="slides/slide1.xml" Type="http://schemas.openxmlformats.org/officeDocument/2006/relationships/slide" Id="rId3"/><Relationship Target="slides/slide2.xml" Type="http://schemas.openxmlformats.org/officeDocument/2006/relationships/slide" Id="rId4"/><Relationship Target="slides/slide3.xml" Type="http://schemas.openxmlformats.org/officeDocument/2006/relationships/slide" Id="rId5"/><Relationship Target="slides/slide4.xml" Type="http://schemas.openxmlformats.org/officeDocument/2006/relationships/slide" Id="rId6"/><Relationship Target="slides/slide5.xml" Type="http://schemas.openxmlformats.org/officeDocument/2006/relationships/slide" Id="rId7"/><Relationship Target="slides/slide6.xml" Type="http://schemas.openxmlformats.org/officeDocument/2006/relationships/slide" Id="rId8"/><Relationship Target="slides/slide7.xml" Type="http://schemas.openxmlformats.org/officeDocument/2006/relationships/slide" Id="rId9"/><Relationship Target="slides/slide8.xml" Type="http://schemas.openxmlformats.org/officeDocument/2006/relationships/slide" Id="rId10"/></Relationships>

</file>

<file path=ppt/slideLayouts/_rels/slideLayout1.xml.rels><?xml version="1.0" encoding="UTF-8" standalone="yes"?>
<Relationships xmlns="http://schemas.openxmlformats.org/package/2006/relationships" xmlns:xml="http://www.w3.org/XML/1998/namespace"><Relationship Target="../slideMasters/slideMaster1.xml" Type="http://schemas.openxmlformats.org/officeDocument/2006/relationships/slideMaster" Id="rId1"/></Relationships>

</file>

<file path=ppt/slideLayouts/slideLayout1.xml><?xml version="1.0" encoding="utf-8"?>
<p:sldLayout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sldLayout>
</file>

<file path=ppt/slideMasters/_rels/slideMaster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 Target="../theme/theme1.xml" Type="http://schemas.openxmlformats.org/officeDocument/2006/relationships/theme" Id="rId2"/></Relationships>

</file>

<file path=ppt/slideMasters/slideMaster1.xml><?xml version="1.0" encoding="utf-8"?>
<p:sldMaster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0"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2.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3.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4.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5.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6.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7.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_rels/slide8.xml.rels><?xml version="1.0" encoding="UTF-8" standalone="yes"?>
<Relationships xmlns="http://schemas.openxmlformats.org/package/2006/relationships" xmlns:xml="http://www.w3.org/XML/1998/namespace"><Relationship Target="../slideLayouts/slideLayout1.xml" Type="http://schemas.openxmlformats.org/officeDocument/2006/relationships/slideLayout" Id="rId1"/></Relationships>

</file>

<file path=ppt/slides/slide1.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1828800"/>
            <a:ext cx="8229600" cy="1371600"/>
          </a:xfrm>
          <a:prstGeom prst="rect"/>
        </p:spPr>
        <p:txBody>
          <a:bodyPr wrap="square">
            <a:spAutoFit/>
          </a:bodyPr>
          <a:p>
            <a:r>
              <a:rPr sz="4400" b="1"/>
              <a:t>Membangun Kepercayaan: Kunci Kesuksesan dalam Komunikasi</a:t>
            </a:r>
          </a:p>
        </p:txBody>
      </p:sp>
      <p:sp>
        <p:nvSpPr>
          <p:cNvPr id="0" name=""/>
          <p:cNvSpPr txBox="1"/>
          <p:nvPr/>
        </p:nvSpPr>
        <p:spPr>
          <a:xfrm>
            <a:off x="457200" y="3474720"/>
            <a:ext cx="8229600" cy="2743200"/>
          </a:xfrm>
          <a:prstGeom prst="rect"/>
        </p:spPr>
        <p:txBody>
          <a:bodyPr wrap="square">
            <a:spAutoFit/>
          </a:bodyPr>
          <a:p>
            <a:r>
              <a:rPr sz="1800"/>
              <a:t>Durasi: 75 menit | Audiens: Pemula yang ingin meningkatkan kemampuan komunikasi dan membangun kepercayaan</a:t>
            </a:r>
          </a:p>
          <a:p/>
          <a:p>
            <a:r>
              <a:rPr sz="1800" b="1"/>
              <a:t>Tujuan Pembelajaran:</a:t>
            </a:r>
          </a:p>
          <a:p>
            <a:r>
              <a:rPr sz="1600"/>
              <a:t>• Mengembangkan kemampuan membangun kepercayaan</a:t>
            </a:r>
          </a:p>
          <a:p>
            <a:r>
              <a:rPr sz="1600"/>
              <a:t>• Meningkatkan komunikasi efektif</a:t>
            </a:r>
          </a:p>
        </p:txBody>
      </p:sp>
    </p:spTree>
  </p:cSld>
</p:sld>
</file>

<file path=ppt/slides/slide2.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OBJECTIVE: TUJUAN PEMBELAJARAN</a:t>
            </a:r>
          </a:p>
        </p:txBody>
      </p:sp>
      <p:sp>
        <p:nvSpPr>
          <p:cNvPr id="0" name=""/>
          <p:cNvSpPr txBox="1"/>
          <p:nvPr/>
        </p:nvSpPr>
        <p:spPr>
          <a:xfrm>
            <a:off x="457200" y="1280160"/>
            <a:ext cx="8229600" cy="5303520"/>
          </a:xfrm>
          <a:prstGeom prst="rect"/>
        </p:spPr>
        <p:txBody>
          <a:bodyPr wrap="square">
            <a:spAutoFit/>
          </a:bodyPr>
          <a:p>
            <a:r>
              <a:rPr sz="1600"/>
              <a:t>Mengembangkan kemampuan membangun kepercayaan dengan rekan kerja dan klien</a:t>
            </a:r>
          </a:p>
          <a:p>
            <a:r>
              <a:rPr sz="1600"/>
              <a:t>Meningkatkan komunikasi efektif untuk mencapai tujuan</a:t>
            </a:r>
          </a:p>
          <a:p>
            <a:r>
              <a:rPr sz="1600"/>
              <a:t>• Mengidentifikasi pentingnya kepercayaan dalam komunikasi</a:t>
            </a:r>
          </a:p>
          <a:p>
            <a:r>
              <a:rPr sz="1600"/>
              <a:t>Kepercayaan adalah fondasi dari komunikasi yang efektif, karena memungkinkan kita untuk berbagi informasi, membangun hubungan, dan mencapai tujuan dengan lebih mudah. Tanpa kepercayaan, komunikasi menjadi sulit dan tidak efektif.</a:t>
            </a:r>
          </a:p>
          <a:p>
            <a:r>
              <a:rPr sz="1600"/>
              <a:t>• Mengembangkan kemampuan membangun kepercayaan</a:t>
            </a:r>
          </a:p>
          <a:p>
            <a:r>
              <a:rPr sz="1600"/>
              <a:t>Membangun kepercayaan memerlukan kemampuan untuk berkomunikasi dengan jujur, transparan, dan konsisten. Kita harus dapat membangun hubungan yang kuat dengan rekan kerja dan klien, dan memastikan bahwa kita dapat diandalkan untuk mencapai tujuan.</a:t>
            </a:r>
          </a:p>
        </p:txBody>
      </p:sp>
    </p:spTree>
  </p:cSld>
</p:sld>
</file>

<file path=ppt/slides/slide3.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KONSEP: APA ITU KEPERCAYAAN?</a:t>
            </a:r>
          </a:p>
        </p:txBody>
      </p:sp>
      <p:sp>
        <p:nvSpPr>
          <p:cNvPr id="0" name=""/>
          <p:cNvSpPr txBox="1"/>
          <p:nvPr/>
        </p:nvSpPr>
        <p:spPr>
          <a:xfrm>
            <a:off x="457200" y="1280160"/>
            <a:ext cx="8229600" cy="5303520"/>
          </a:xfrm>
          <a:prstGeom prst="rect"/>
        </p:spPr>
        <p:txBody>
          <a:bodyPr wrap="square">
            <a:spAutoFit/>
          </a:bodyPr>
          <a:p>
            <a:r>
              <a:rPr sz="1600"/>
              <a:t>Definisi Kepercayaan</a:t>
            </a:r>
          </a:p>
          <a:p>
            <a:r>
              <a:rPr sz="1600"/>
              <a:t>Kepercayaan adalah kemampuan untuk mempercayai seseorang atau sesuatu, dan memastikan bahwa mereka akan melakukan apa yang mereka katakan. Kepercayaan adalah fondasi dari komunikasi yang efektif, karena memungkinkan kita untuk berbagi informasi, membangun hubungan, dan mencapai tujuan dengan lebih mudah.</a:t>
            </a:r>
          </a:p>
          <a:p>
            <a:r>
              <a:rPr sz="1600"/>
              <a:t>• Jenis-Jenis Kepercayaan</a:t>
            </a:r>
          </a:p>
          <a:p>
            <a:r>
              <a:rPr sz="1600"/>
              <a:t>Ada beberapa jenis kepercayaan, termasuk kepercayaan pada diri sendiri, kepercayaan pada orang lain, dan kepercayaan pada sistem atau proses. Masing-masing jenis kepercayaan memiliki peran yang penting dalam komunikasi dan membangun hubungan.</a:t>
            </a:r>
          </a:p>
          <a:p>
            <a:r>
              <a:rPr sz="1600"/>
              <a:t>• Faktor-Faktor yang Mempengaruhi Kepercayaan</a:t>
            </a:r>
          </a:p>
          <a:p>
            <a:r>
              <a:rPr sz="1600"/>
              <a:t>Faktor-faktor seperti kejujuran, transparansi, konsistensi, dan kemampuan untuk memenuhi janji dapat mempengaruhi kepercayaan. Kita harus dapat membangun kepercayaan dengan rekan kerja dan klien, dan memastikan bahwa kita dapat diandalkan untuk mencapai tujuan.</a:t>
            </a:r>
          </a:p>
        </p:txBody>
      </p:sp>
    </p:spTree>
  </p:cSld>
</p:sld>
</file>

<file path=ppt/slides/slide4.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LANGKAH: MEMBANGUN KEPERCAYAAN</a:t>
            </a:r>
          </a:p>
        </p:txBody>
      </p:sp>
      <p:sp>
        <p:nvSpPr>
          <p:cNvPr id="0" name=""/>
          <p:cNvSpPr txBox="1"/>
          <p:nvPr/>
        </p:nvSpPr>
        <p:spPr>
          <a:xfrm>
            <a:off x="457200" y="1280160"/>
            <a:ext cx="8229600" cy="5303520"/>
          </a:xfrm>
          <a:prstGeom prst="rect"/>
        </p:spPr>
        <p:txBody>
          <a:bodyPr wrap="square">
            <a:spAutoFit/>
          </a:bodyPr>
          <a:p>
            <a:r>
              <a:rPr sz="1600"/>
              <a:t>Langkah 1: Membangun Hubungan</a:t>
            </a:r>
          </a:p>
          <a:p>
            <a:r>
              <a:rPr sz="1600"/>
              <a:t>Membangun hubungan yang kuat dengan rekan kerja dan klien adalah langkah pertama dalam membangun kepercayaan. Kita harus dapat memahami kebutuhan dan tujuan mereka, dan memastikan bahwa kita dapat membantu mereka mencapai tujuan.</a:t>
            </a:r>
          </a:p>
          <a:p>
            <a:r>
              <a:rPr sz="1600"/>
              <a:t>• Langkah 2: Berkomunikasi dengan Jujur</a:t>
            </a:r>
          </a:p>
          <a:p>
            <a:r>
              <a:rPr sz="1600"/>
              <a:t>Berkomunikasi dengan jujur dan transparan adalah langkah kedua dalam membangun kepercayaan. Kita harus dapat membagi informasi yang akurat dan lengkap, dan memastikan bahwa kita tidak menyembunyikan apa-apa.</a:t>
            </a:r>
          </a:p>
          <a:p>
            <a:r>
              <a:rPr sz="1600"/>
              <a:t>• Langkah 3: Memenuhi Janji</a:t>
            </a:r>
          </a:p>
          <a:p>
            <a:r>
              <a:rPr sz="1600"/>
              <a:t>Memenuhi janji adalah langkah ketiga dalam membangun kepercayaan. Kita harus dapat memenuhi apa yang kita katakan, dan memastikan bahwa kita dapat diandalkan untuk mencapai tujuan.</a:t>
            </a:r>
          </a:p>
        </p:txBody>
      </p:sp>
    </p:spTree>
  </p:cSld>
</p:sld>
</file>

<file path=ppt/slides/slide5.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STUDI KASUS: MEMBANGUN KEPERCAYAAN DI TEMPAT KERJA</a:t>
            </a:r>
          </a:p>
        </p:txBody>
      </p:sp>
      <p:sp>
        <p:nvSpPr>
          <p:cNvPr id="0" name=""/>
          <p:cNvSpPr txBox="1"/>
          <p:nvPr/>
        </p:nvSpPr>
        <p:spPr>
          <a:xfrm>
            <a:off x="457200" y="1280160"/>
            <a:ext cx="8229600" cy="5303520"/>
          </a:xfrm>
          <a:prstGeom prst="rect"/>
        </p:spPr>
        <p:txBody>
          <a:bodyPr wrap="square">
            <a:spAutoFit/>
          </a:bodyPr>
          <a:p>
            <a:r>
              <a:rPr sz="1600"/>
              <a:t>Contoh Kasus</a:t>
            </a:r>
          </a:p>
          <a:p>
            <a:r>
              <a:rPr sz="1600"/>
              <a:t>Sebuah perusahaan memiliki masalah dengan kepercayaan antara rekan kerja. Mereka tidak dapat membangun hubungan yang kuat, dan komunikasi menjadi sulit. Perusahaan tersebut memutuskan untuk membangun kepercayaan dengan memulai dari membangun hubungan yang kuat, berkomunikasi dengan jujur, dan memenuhi janji.</a:t>
            </a:r>
          </a:p>
          <a:p>
            <a:r>
              <a:rPr sz="1600"/>
              <a:t>• Hasil</a:t>
            </a:r>
          </a:p>
          <a:p>
            <a:r>
              <a:rPr sz="1600"/>
              <a:t>Setelah beberapa bulan, perusahaan tersebut berhasil membangun kepercayaan antara rekan kerja. Mereka dapat membangun hubungan yang kuat, berkomunikasi dengan jujur, dan memenuhi janji. Kepercayaan yang dibangun memungkinkan mereka untuk mencapai tujuan dengan lebih mudah dan efektif.</a:t>
            </a:r>
          </a:p>
        </p:txBody>
      </p:sp>
    </p:spTree>
  </p:cSld>
</p:sld>
</file>

<file path=ppt/slides/slide6.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PENUTUP: RINGKASAN DAN TINDAKAN</a:t>
            </a:r>
          </a:p>
        </p:txBody>
      </p:sp>
      <p:sp>
        <p:nvSpPr>
          <p:cNvPr id="0" name=""/>
          <p:cNvSpPr txBox="1"/>
          <p:nvPr/>
        </p:nvSpPr>
        <p:spPr>
          <a:xfrm>
            <a:off x="457200" y="1280160"/>
            <a:ext cx="8229600" cy="5303520"/>
          </a:xfrm>
          <a:prstGeom prst="rect"/>
        </p:spPr>
        <p:txBody>
          <a:bodyPr wrap="square">
            <a:spAutoFit/>
          </a:bodyPr>
          <a:p>
            <a:r>
              <a:rPr sz="1600"/>
              <a:t>Ringkasan</a:t>
            </a:r>
          </a:p>
          <a:p>
            <a:r>
              <a:rPr sz="1600"/>
              <a:t>Membangun kepercayaan adalah kunci kesuksesan dalam komunikasi. Kita harus dapat membangun hubungan yang kuat, berkomunikasi dengan jujur, dan memenuhi janji.</a:t>
            </a:r>
          </a:p>
          <a:p>
            <a:r>
              <a:rPr sz="1600"/>
              <a:t>• Tindakan</a:t>
            </a:r>
          </a:p>
          <a:p>
            <a:r>
              <a:rPr sz="1600"/>
              <a:t>Kita harus dapat menerapkan langkah-langkah yang telah dipelajari dalam membangun kepercayaan. Kita harus dapat membangun hubungan yang kuat, berkomunikasi dengan jujur, dan memenuhi janji.</a:t>
            </a:r>
          </a:p>
        </p:txBody>
      </p:sp>
    </p:spTree>
  </p:cSld>
</p:sld>
</file>

<file path=ppt/slides/slide7.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Aktivitas &amp; Latihan</a:t>
            </a:r>
          </a:p>
        </p:txBody>
      </p:sp>
      <p:sp>
        <p:nvSpPr>
          <p:cNvPr id="0" name=""/>
          <p:cNvSpPr txBox="1"/>
          <p:nvPr/>
        </p:nvSpPr>
        <p:spPr>
          <a:xfrm>
            <a:off x="457200" y="1280160"/>
            <a:ext cx="8229600" cy="5303520"/>
          </a:xfrm>
          <a:prstGeom prst="rect"/>
        </p:spPr>
        <p:txBody>
          <a:bodyPr wrap="square">
            <a:spAutoFit/>
          </a:bodyPr>
          <a:p>
            <a:r>
              <a:rPr sz="1800" b="1"/>
              <a:t>1. Membangun Kepercayaan (15 menit)</a:t>
            </a:r>
          </a:p>
          <a:p>
            <a:r>
              <a:rPr sz="1500"/>
              <a:t xml:space="preserve">   Membangun hubungan yang kuat dengan rekan kerja dan klien</a:t>
            </a:r>
          </a:p>
          <a:p>
            <a:r>
              <a:rPr sz="600"/>
              <a:t xml:space="preserve"> </a:t>
            </a:r>
          </a:p>
          <a:p>
            <a:r>
              <a:rPr sz="1800" b="1"/>
              <a:t>2. Berkomunikasi dengan Jujur (15 menit)</a:t>
            </a:r>
          </a:p>
          <a:p>
            <a:r>
              <a:rPr sz="1500"/>
              <a:t xml:space="preserve">   Berkomunikasi dengan jujur dan transparan</a:t>
            </a:r>
          </a:p>
          <a:p>
            <a:r>
              <a:rPr sz="600"/>
              <a:t xml:space="preserve"> </a:t>
            </a:r>
          </a:p>
          <a:p>
            <a:r>
              <a:rPr sz="1800" b="1"/>
              <a:t>3. Memenuhi Janji (15 menit)</a:t>
            </a:r>
          </a:p>
          <a:p>
            <a:r>
              <a:rPr sz="1500"/>
              <a:t xml:space="preserve">   Memenuhi apa yang kita katakan</a:t>
            </a:r>
          </a:p>
          <a:p>
            <a:r>
              <a:rPr sz="600"/>
              <a:t xml:space="preserve"> </a:t>
            </a:r>
          </a:p>
          <a:p>
            <a:r>
              <a:rPr sz="1800" b="1"/>
              <a:t>4. Membangun Kepercayaan di Tempat Kerja (30 menit)</a:t>
            </a:r>
          </a:p>
          <a:p>
            <a:r>
              <a:rPr sz="1500"/>
              <a:t xml:space="preserve">   Membangun kepercayaan antara rekan kerja</a:t>
            </a:r>
          </a:p>
        </p:txBody>
      </p:sp>
    </p:spTree>
  </p:cSld>
</p:sld>
</file>

<file path=ppt/slides/slide8.xml><?xml version="1.0" encoding="utf-8"?>
<p:sld xmlns="http://schemas.openxmlformats.org/presentationml/2006/main" xmlns:a="http://schemas.openxmlformats.org/drawingml/2006/main" xmlns:p="http://schemas.openxmlformats.org/presentationml/2006/main" xmlns:r="http://schemas.openxmlformats.org/officeDocument/2006/relationships" xmlns:sh="http://schemas.openxmlformats.org/officeDocument/2006/sharedTypes" xmlns:xml="http://www.w3.org/XML/1998/namespace">
  <p:cSld>
    <p:spTree>
      <p:nvGrpSpPr>
        <p:cNvPr id="1" name=""/>
        <p:cNvGrpSpPr/>
        <p:nvPr/>
      </p:nvGrpSpPr>
      <p:grpSpPr>
        <a:xfrm>
          <a:off x="0" y="0"/>
          <a:ext cx="0" cy="0"/>
          <a:chOff x="0" y="0"/>
          <a:chExt cx="0" cy="0"/>
        </a:xfrm>
      </p:grpSpPr>
      <p:sp>
        <p:nvSpPr>
          <p:cNvPr id="0" name=""/>
          <p:cNvSpPr txBox="1"/>
          <p:nvPr/>
        </p:nvSpPr>
        <p:spPr>
          <a:xfrm>
            <a:off x="457200" y="457200"/>
            <a:ext cx="8229600" cy="731520"/>
          </a:xfrm>
          <a:prstGeom prst="rect"/>
        </p:spPr>
        <p:txBody>
          <a:bodyPr wrap="square">
            <a:spAutoFit/>
          </a:bodyPr>
          <a:p>
            <a:r>
              <a:rPr sz="2800" b="1"/>
              <a:t>Assessment &amp; Evaluasi</a:t>
            </a:r>
          </a:p>
        </p:txBody>
      </p:sp>
      <p:sp>
        <p:nvSpPr>
          <p:cNvPr id="0" name=""/>
          <p:cNvSpPr txBox="1"/>
          <p:nvPr/>
        </p:nvSpPr>
        <p:spPr>
          <a:xfrm>
            <a:off x="457200" y="1280160"/>
            <a:ext cx="8229600" cy="5303520"/>
          </a:xfrm>
          <a:prstGeom prst="rect"/>
        </p:spPr>
        <p:txBody>
          <a:bodyPr wrap="square">
            <a:spAutoFit/>
          </a:bodyPr>
          <a:p>
            <a:r>
              <a:rPr sz="1500" b="1"/>
              <a:t>Q1: Apa yang dimaksud dengan kepercayaan?</a:t>
            </a:r>
          </a:p>
          <a:p>
            <a:r>
              <a:rPr sz="1400"/>
              <a:t>A: Kepercayaan adalah kemampuan untuk mempercayai seseorang atau sesuatu, dan memastikan bahwa mereka akan melakukan apa yang mereka katakan.</a:t>
            </a:r>
          </a:p>
          <a:p>
            <a:r>
              <a:rPr sz="600"/>
              <a:t xml:space="preserve"> </a:t>
            </a:r>
          </a:p>
          <a:p>
            <a:r>
              <a:rPr sz="1500" b="1"/>
              <a:t>Q2: Bagaimana cara membangun kepercayaan?</a:t>
            </a:r>
          </a:p>
          <a:p>
            <a:r>
              <a:rPr sz="1400"/>
              <a:t>A: Membangun kepercayaan dapat dilakukan dengan membangun hubungan yang kuat, berkomunikasi dengan jujur, dan memenuhi janji.</a:t>
            </a:r>
          </a:p>
          <a:p>
            <a:r>
              <a:rPr sz="600"/>
              <a:t xml:space="preserve"> </a:t>
            </a:r>
          </a:p>
          <a:p>
            <a:r>
              <a:rPr sz="1500" b="1"/>
              <a:t>Q3: Apa yang terjadi jika kita tidak membangun kepercayaan?</a:t>
            </a:r>
          </a:p>
          <a:p>
            <a:r>
              <a:rPr sz="1400"/>
              <a:t>A: Jika kita tidak membangun kepercayaan, komunikasi menjadi sulit dan tidak efektif, dan kita tidak dapat mencapai tujuan dengan mudah.</a:t>
            </a:r>
          </a:p>
        </p:txBody>
      </p:sp>
    </p:spTree>
  </p:cSld>
</p:sld>
</file>

<file path=ppt/theme/theme1.xml><?xml version="1.0" encoding="utf-8"?>
<a:theme xmlns="http://schemas.openxmlformats.org/drawingml/2006/main" xmlns:a="http://schemas.openxmlformats.org/drawingml/2006/main" xmlns:r="http://schemas.openxmlformats.org/officeDocument/2006/relationships" xmlns:sh="http://schemas.openxmlformats.org/officeDocument/2006/sharedTypes" xmlns:xml="http://www.w3.org/XML/1998/namespace" name="unioffice Theme">
  <a:themeElements>
    <a:clrScheme name="Office">
      <a:dk1>
        <a:sysClr val="windowText" lastClr="000000"/>
      </a:dk1>
      <a:lt1>
        <a:sysClr val="window" lastClr="ffffff"/>
      </a:lt1>
      <a:dk2>
        <a:srgbClr val="44546a"/>
      </a:dk2>
      <a:lt2>
        <a:srgbClr val="e7e7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gs>
            <a:gs pos="50000">
              <a:schemeClr val="phClr"/>
            </a:gs>
          </a:gsLst>
          <a:lin ang="5400000" scaled="0"/>
        </a:gradFill>
        <a:gradFill rotWithShape="1">
          <a:gsLst>
            <a:gs pos="0">
              <a:schemeClr val="phClr"/>
            </a:gs>
            <a:gs pos="50000">
              <a:schemeClr val="phClr"/>
            </a:gs>
          </a:gsLst>
          <a:lin ang="5400000" scaled="0"/>
        </a:gradFill>
      </a:fillStyleLst>
      <a:lnStyleLst>
        <a:ln w="6350" cap="flat" cmpd="sng" algn="ctr"/>
        <a:ln w="12700" cap="flat" cmpd="sng" algn="ctr"/>
        <a:ln w="19050" cap="flat" cmpd="sng" algn="ctr"/>
      </a:lnStyleLst>
      <a:effectStyleLst>
        <a:effectStyle>
          <a:effectLst/>
        </a:effectStyle>
        <a:effectStyle>
          <a:effectLst/>
        </a:effectStyle>
        <a:effectStyle>
          <a:effectLst/>
        </a:effectStyle>
      </a:effectStyleLst>
      <a:bgFillStyleLst>
        <a:solidFill>
          <a:schemeClr val="phClr"/>
        </a:solidFill>
        <a:solidFill>
          <a:schemeClr val="phClr"/>
        </a:solidFill>
        <a:gradFill rotWithShape="1">
          <a:gsLst>
            <a:gs pos="0">
              <a:schemeClr val="phClr"/>
            </a:gs>
            <a:gs pos="50000">
              <a:schemeClr val="ph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xmlns:xml="http://www.w3.org/XML/1998/namespace">
  <Company>FoxyUtils ehf</Company>
  <LinksUpToDate>false</LinksUpToDate>
  <Application>github.com/unidoc/unioffice</Application>
  <AppVersion>01.0017</AppVersion>
  <DocSecurity>0</DocSecurity>
</Properties>
</file>

<file path=docProps/core.xml><?xml version="1.0" encoding="utf-8"?>
<cp:coreProperties xmlns="http://schemas.openxmlformats.org/package/2006/metadata/core-properties" xmlns:cp="http://schemas.openxmlformats.org/package/2006/metadata/core-properties" xmlns:dc="http://purl.org/dc/elements/1.1/" xmlns:dcterms="http://purl.org/dc/terms/" xmlns:xml="http://www.w3.org/XML/1998/namespace"/>
</file>