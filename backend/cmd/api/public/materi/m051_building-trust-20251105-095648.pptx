
<file path=[Content_Types].xml><?xml version="1.0" encoding="utf-8"?>
<Types xmlns="http://schemas.openxmlformats.org/package/2006/content-types" xmlns:xml="http://www.w3.org/XML/1998/namespace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eg"/>
  <Default Extension="wmf" ContentType="image/x-wmf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theme+xml" PartName="/ppt/theme/theme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
<Relationships xmlns="http://schemas.openxmlformats.org/package/2006/relationships" xmlns:xml="http://www.w3.org/XML/1998/namespace"><Relationship Target="docProps/core.xml" Type="http://schemas.openxmlformats.org/package/2006/relationships/metadata/core-properties" Id="rId1"/><Relationship Target="docProps/app.xml" Type="http://schemas.openxmlformats.org/officeDocument/2006/relationships/extended-properties" Id="rId2"/><Relationship Target="ppt/presentation.xml" Type="http://schemas.openxmlformats.org/officeDocument/2006/relationships/officeDocument" Id="rId3"/><Relationship Target="ppt/presProps.xml" Type="http://schemas.openxmlformats.org/officeDocument/2006/relationships/presProps" Id="rId4"/><Relationship Target="ppt/viewProps.xml" Type="http://schemas.openxmlformats.org/officeDocument/2006/relationships/viewProps" Id="rId5"/><Relationship Target="ppt/tableStyles.xml" Type="http://schemas.openxmlformats.org/officeDocument/2006/relationships/tableStyles" Id="rId6"/></Relationships>

</file>

<file path=ppt/presentation.xml><?xml version="1.0" encoding="utf-8"?>
<p:presentation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 conformance="transitional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notesSz cx="6858000" cy="9144000"/>
</p:presentation>
</file>

<file path=ppt/presProps.xml><?xml version="1.0" encoding="utf-8"?>
<p:presentationP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/>
</file>

<file path=ppt/tableStyles.xml><?xml version="1.0" encoding="utf-8"?>
<a:tblStyleLst xmlns="http://schemas.openxmlformats.org/drawingml/2006/main" xmlns:a="http://schemas.openxmlformats.org/drawingml/2006/main" xmlns:r="http://schemas.openxmlformats.org/officeDocument/2006/relationships" xmlns:sh="http://schemas.openxmlformats.org/officeDocument/2006/sharedTypes" xmlns:xml="http://www.w3.org/XML/1998/namespace" def="{00000000-0000-0000-0000-000000000000}"/>
</file>

<file path=ppt/viewProps.xml><?xml version="1.0" encoding="utf-8"?>
<p:viewP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/>
</file>

<file path=ppt/_rels/presentation.xml.rels><?xml version="1.0" encoding="UTF-8" standalone="yes"?>
<Relationships xmlns="http://schemas.openxmlformats.org/package/2006/relationships" xmlns:xml="http://www.w3.org/XML/1998/namespace"><Relationship Target="slideMasters/slideMaster1.xml" Type="http://schemas.openxmlformats.org/officeDocument/2006/relationships/slideMaster" Id="rId1"/><Relationship Target="theme/theme1.xml" Type="http://schemas.openxmlformats.org/officeDocument/2006/relationships/theme" Id="rId2"/><Relationship Target="slides/slide1.xml" Type="http://schemas.openxmlformats.org/officeDocument/2006/relationships/slide" Id="rId3"/><Relationship Target="slides/slide2.xml" Type="http://schemas.openxmlformats.org/officeDocument/2006/relationships/slide" Id="rId4"/><Relationship Target="slides/slide3.xml" Type="http://schemas.openxmlformats.org/officeDocument/2006/relationships/slide" Id="rId5"/><Relationship Target="slides/slide4.xml" Type="http://schemas.openxmlformats.org/officeDocument/2006/relationships/slide" Id="rId6"/><Relationship Target="slides/slide5.xml" Type="http://schemas.openxmlformats.org/officeDocument/2006/relationships/slide" Id="rId7"/><Relationship Target="slides/slide6.xml" Type="http://schemas.openxmlformats.org/officeDocument/2006/relationships/slide" Id="rId8"/><Relationship Target="slides/slide7.xml" Type="http://schemas.openxmlformats.org/officeDocument/2006/relationships/slide" Id="rId9"/><Relationship Target="slides/slide8.xml" Type="http://schemas.openxmlformats.org/officeDocument/2006/relationships/slide" Id="rId10"/></Relationships>

</file>

<file path=ppt/slideLayouts/_rels/slideLayout1.xml.rels><?xml version="1.0" encoding="UTF-8" standalone="yes"?>
<Relationships xmlns="http://schemas.openxmlformats.org/package/2006/relationships" xmlns:xml="http://www.w3.org/XML/1998/namespace"><Relationship Target="../slideMasters/slideMaster1.xml" Type="http://schemas.openxmlformats.org/officeDocument/2006/relationships/slideMaster" Id="rId1"/></Relationships>

</file>

<file path=ppt/slideLayouts/slideLayout1.xml><?xml version="1.0" encoding="utf-8"?>
<p:sldLayout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Target="../theme/theme1.xml" Type="http://schemas.openxmlformats.org/officeDocument/2006/relationships/theme" Id="rId2"/></Relationships>

</file>

<file path=ppt/slideMasters/slideMaster1.xml><?xml version="1.0" encoding="utf-8"?>
<p:sldMaste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2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3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4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5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6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7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8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slide1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1828800"/>
            <a:ext cx="8229600" cy="1371600"/>
          </a:xfrm>
          <a:prstGeom prst="rect"/>
        </p:spPr>
        <p:txBody>
          <a:bodyPr wrap="square">
            <a:spAutoFit/>
          </a:bodyPr>
          <a:p>
            <a:r>
              <a:rPr sz="4400" b="1"/>
              <a:t>Membangun Kepercayaan: Kunci untuk Accountability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3474720"/>
            <a:ext cx="8229600" cy="2743200"/>
          </a:xfrm>
          <a:prstGeom prst="rect"/>
        </p:spPr>
        <p:txBody>
          <a:bodyPr wrap="square">
            <a:spAutoFit/>
          </a:bodyPr>
          <a:p>
            <a:r>
              <a:rPr sz="1800"/>
              <a:t>Durasi: 75 menit | Audiens: Pemula yang ingin meningkatkan kemampuan soft skill</a:t>
            </a:r>
          </a:p>
          <a:p/>
          <a:p>
            <a:r>
              <a:rPr sz="1800" b="1"/>
              <a:t>Tujuan Pembelajaran:</a:t>
            </a:r>
          </a:p>
          <a:p>
            <a:r>
              <a:rPr sz="1600"/>
              <a:t>• Mengembangkan kemampuan membangun kepercayaan</a:t>
            </a:r>
          </a:p>
          <a:p>
            <a:r>
              <a:rPr sz="1600"/>
              <a:t>• Meningkatkan accountability dalam tim</a:t>
            </a:r>
          </a:p>
        </p:txBody>
      </p:sp>
    </p:spTree>
  </p:cSld>
</p:sld>
</file>

<file path=ppt/slides/slide2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OBJECTIVE: TUJUAN PEMBELAJARAN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600"/>
              <a:t>Mengerti konsep dasar kepercayaan dan akuntabilitas</a:t>
            </a:r>
          </a:p>
          <a:p>
            <a:r>
              <a:rPr sz="1600"/>
              <a:t>Memahami pentingnya kepercayaan dalam mencapai tujuan tim</a:t>
            </a:r>
          </a:p>
          <a:p>
            <a:r>
              <a:rPr sz="1600"/>
              <a:t>Mengembangkan kemampuan untuk membangun dan memelihara kepercayaan</a:t>
            </a:r>
          </a:p>
          <a:p>
            <a:r>
              <a:rPr sz="1600"/>
              <a:t>Menerapkan prinsip akuntabilitas dalam pekerjaan sehari-hari</a:t>
            </a:r>
          </a:p>
          <a:p>
            <a:r>
              <a:rPr sz="1600"/>
              <a:t>Mengatasi hambatan dan tantangan dalam membangun kepercayaan</a:t>
            </a:r>
          </a:p>
        </p:txBody>
      </p:sp>
    </p:spTree>
  </p:cSld>
</p:sld>
</file>

<file path=ppt/slides/slide3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KONSEP: APA ITU KEPERCAYAAN?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600"/>
              <a:t>Definisi Kepercayaan</a:t>
            </a:r>
          </a:p>
          <a:p>
            <a:r>
              <a:rPr sz="1600"/>
              <a:t>Kepercayaan adalah keyakinan bahwa seseorang atau sesuatu dapat diandalkan dan akan melakukan apa yang telah dijanjikan. Dalam konteks tim, kepercayaan adalah fondasi bagi kerja sama, komunikasi efektif, dan akuntabilitas.</a:t>
            </a:r>
          </a:p>
          <a:p>
            <a:r>
              <a:rPr sz="1600"/>
              <a:t>• Komponen Kepercayaan</a:t>
            </a:r>
          </a:p>
          <a:p>
            <a:r>
              <a:rPr sz="1600"/>
              <a:t>Kepercayaan terdiri dari beberapa komponen, termasuk kejujuran, integritas, kompetensi, dan konsistensi. Setiap komponen ini penting untuk membangun dan memelihara kepercayaan dalam tim.</a:t>
            </a:r>
          </a:p>
          <a:p>
            <a:r>
              <a:rPr sz="1600"/>
              <a:t>• Pentingnya Kepercayaan</a:t>
            </a:r>
          </a:p>
          <a:p>
            <a:r>
              <a:rPr sz="1600"/>
              <a:t>Kepercayaan sangat penting dalam mencapai tujuan tim karena memungkinkan anggota tim untuk bekerja sama secara efektif, berbagi informasi, dan mengambil keputusan yang tepat.</a:t>
            </a:r>
          </a:p>
        </p:txBody>
      </p:sp>
    </p:spTree>
  </p:cSld>
</p:sld>
</file>

<file path=ppt/slides/slide4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LANGKAH: MEMBANGUN KEPERCAYAAN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600"/>
              <a:t>Langkah 1: Buat Komitmen</a:t>
            </a:r>
          </a:p>
          <a:p>
            <a:r>
              <a:rPr sz="1600"/>
              <a:t>Buat komitmen untuk membangun kepercayaan dalam tim dengan menetapkan tujuan dan harapan yang jelas.</a:t>
            </a:r>
          </a:p>
          <a:p>
            <a:r>
              <a:rPr sz="1600"/>
              <a:t>• Langkah 2: Komunikasi Terbuka</a:t>
            </a:r>
          </a:p>
          <a:p>
            <a:r>
              <a:rPr sz="1600"/>
              <a:t>Komunikasi terbuka dan jujur sangat penting dalam membangun kepercayaan. Pastikan untuk mendengarkan aktif dan memberikan umpan balik yang konstruktif.</a:t>
            </a:r>
          </a:p>
          <a:p>
            <a:r>
              <a:rPr sz="1600"/>
              <a:t>• Langkah 3: Tunjukkan Integritas</a:t>
            </a:r>
          </a:p>
          <a:p>
            <a:r>
              <a:rPr sz="1600"/>
              <a:t>Tunjukkan integritas dengan menepati janji dan melakukan apa yang telah dijanjikan. Ini akan membantu membangun kepercayaan dan meningkatkan akuntabilitas.</a:t>
            </a:r>
          </a:p>
        </p:txBody>
      </p:sp>
    </p:spTree>
  </p:cSld>
</p:sld>
</file>

<file path=ppt/slides/slide5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STUDI KASUS: MEMBANGUN KEPERCAYAAN DI TEMPAT KERJA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600"/>
              <a:t>Contoh Kasus</a:t>
            </a:r>
          </a:p>
          <a:p>
            <a:r>
              <a:rPr sz="1600"/>
              <a:t>Sebuah tim proyek yang baru dibentuk mengalami kesulitan dalam membangun kepercayaan karena perbedaan latar belakang dan pengalaman. Mereka memutuskan untuk mengadakan sesi tim-building dan membangun komitmen untuk bekerja sama.</a:t>
            </a:r>
          </a:p>
          <a:p>
            <a:r>
              <a:rPr sz="1600"/>
              <a:t>• Analisis Kasus</a:t>
            </a:r>
          </a:p>
          <a:p>
            <a:r>
              <a:rPr sz="1600"/>
              <a:t>Dalam analisis kasus, tim menyadari bahwa kepercayaan memerlukan waktu dan usaha untuk dibangun. Mereka memutuskan untuk fokus pada komunikasi terbuka, menepati janji, dan menunjukkan integritas dalam setiap interaksi.</a:t>
            </a:r>
          </a:p>
          <a:p>
            <a:r>
              <a:rPr sz="1600"/>
              <a:t>• Hasil Kasus</a:t>
            </a:r>
          </a:p>
          <a:p>
            <a:r>
              <a:rPr sz="1600"/>
              <a:t>Setelah beberapa bulan, tim berhasil membangun kepercayaan yang kuat dan mencapai tujuan proyek dengan sukses. Mereka menyadari bahwa kepercayaan adalah kunci untuk mencapai kesuksesan dalam tim.</a:t>
            </a:r>
          </a:p>
        </p:txBody>
      </p:sp>
    </p:spTree>
  </p:cSld>
</p:sld>
</file>

<file path=ppt/slides/slide6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PENUTUP: RINGKASAN DAN TINDAK LANJUT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600"/>
              <a:t>Ringkasan</a:t>
            </a:r>
          </a:p>
          <a:p>
            <a:r>
              <a:rPr sz="1600"/>
              <a:t>Membangun kepercayaan memerlukan komitmen, komunikasi terbuka, dan integritas. Dengan membangun kepercayaan, tim dapat mencapai tujuan dengan lebih efektif dan meningkatkan akuntabilitas.</a:t>
            </a:r>
          </a:p>
          <a:p>
            <a:r>
              <a:rPr sz="1600"/>
              <a:t>• Tindak Lanjut</a:t>
            </a:r>
          </a:p>
          <a:p>
            <a:r>
              <a:rPr sz="1600"/>
              <a:t>Setelah pelatihan ini, peserta diharapkan dapat menerapkan konsep kepercayaan dan akuntabilitas dalam pekerjaan sehari-hari. Mereka juga diharapkan dapat membagikan pengetahuan ini dengan rekan-rekan mereka dan membangun kepercayaan dalam tim.</a:t>
            </a:r>
          </a:p>
        </p:txBody>
      </p:sp>
    </p:spTree>
  </p:cSld>
</p:sld>
</file>

<file path=ppt/slides/slide7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Aktivitas &amp; Latihan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800" b="1"/>
              <a:t>1. Aktivitas 1: Membangun Kepercayaan (15 menit)</a:t>
            </a:r>
          </a:p>
          <a:p>
            <a:r>
              <a:rPr sz="1500"/>
              <a:t xml:space="preserve">   Peserta diminta untuk berbagi pengalaman membangun kepercayaan dalam tim dan membahas tantangan yang dihadapi.</a:t>
            </a:r>
          </a:p>
          <a:p>
            <a:r>
              <a:rPr sz="600"/>
              <a:t xml:space="preserve"> </a:t>
            </a:r>
          </a:p>
          <a:p>
            <a:r>
              <a:rPr sz="1800" b="1"/>
              <a:t>2. Aktivitas 2: Komunikasi Terbuka (20 menit)</a:t>
            </a:r>
          </a:p>
          <a:p>
            <a:r>
              <a:rPr sz="1500"/>
              <a:t xml:space="preserve">   Peserta diminta untuk berlatih komunikasi terbuka dan jujur dalam sesi role-play.</a:t>
            </a:r>
          </a:p>
        </p:txBody>
      </p:sp>
    </p:spTree>
  </p:cSld>
</p:sld>
</file>

<file path=ppt/slides/slide8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Assessment &amp; Evaluasi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500" b="1"/>
              <a:t>Q1: Apa yang dimaksud dengan kepercayaan dalam konteks tim?</a:t>
            </a:r>
          </a:p>
          <a:p>
            <a:r>
              <a:rPr sz="1400"/>
              <a:t>A: Kepercayaan adalah keyakinan bahwa seseorang atau sesuatu dapat diandalkan dan akan melakukan apa yang telah dijanjikan.</a:t>
            </a:r>
          </a:p>
          <a:p>
            <a:r>
              <a:rPr sz="600"/>
              <a:t xml:space="preserve"> </a:t>
            </a:r>
          </a:p>
          <a:p>
            <a:r>
              <a:rPr sz="1500" b="1"/>
              <a:t>Q2: Bagaimana cara membangun kepercayaan dalam tim?</a:t>
            </a:r>
          </a:p>
          <a:p>
            <a:r>
              <a:rPr sz="1400"/>
              <a:t>A: Membangun kepercayaan memerlukan komitmen, komunikasi terbuka, dan integritas.</a:t>
            </a:r>
          </a:p>
        </p:txBody>
      </p:sp>
    </p:spTree>
  </p:cSld>
</p:sld>
</file>

<file path=ppt/theme/theme1.xml><?xml version="1.0" encoding="utf-8"?>
<a:theme xmlns="http://schemas.openxmlformats.org/drawingml/2006/main" xmlns:a="http://schemas.openxmlformats.org/drawingml/2006/main" xmlns:r="http://schemas.openxmlformats.org/officeDocument/2006/relationships" xmlns:sh="http://schemas.openxmlformats.org/officeDocument/2006/sharedTypes" xmlns:xml="http://www.w3.org/XML/1998/namespace" name="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 xmlns:xml="http://www.w3.org/XML/1998/namespace">
  <Company>FoxyUtils ehf</Company>
  <LinksUpToDate>false</LinksUpToDate>
  <Application>github.com/unidoc/unioffice</Application>
  <AppVersion>01.0017</AppVersion>
  <DocSecurity>0</DocSecurity>
</Properties>
</file>

<file path=docProps/core.xml><?xml version="1.0" encoding="utf-8"?>
<cp:coreProperties xmlns="http://schemas.openxmlformats.org/package/2006/metadata/core-properties" xmlns:cp="http://schemas.openxmlformats.org/package/2006/metadata/core-properties" xmlns:dc="http://purl.org/dc/elements/1.1/" xmlns:dcterms="http://purl.org/dc/terms/" xmlns:xml="http://www.w3.org/XML/1998/namespace"/>
</file>