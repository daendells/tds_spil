
<file path=[Content_Types].xml><?xml version="1.0" encoding="utf-8"?>
<Types xmlns="http://schemas.openxmlformats.org/package/2006/content-types" xmlns:xml="http://www.w3.org/XML/1998/namespace">
  <Default Extension="xml" ContentType="application/xml"/>
  <Default Extension="rels" ContentType="application/vnd.openxmlformats-package.relationships+xml"/>
  <Default Extension="png" ContentType="image/png"/>
  <Default Extension="jpeg" ContentType="image/jpeg"/>
  <Default Extension="jpg" ContentType="image/jpeg"/>
  <Default Extension="wmf" ContentType="image/x-wmf"/>
  <Override ContentType="application/vnd.openxmlformats-package.core-properties+xml" PartName="/docProps/core.xml"/>
  <Override ContentType="application/vnd.openxmlformats-officedocument.extended-properties+xml" PartName="/docProps/app.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Layout+xml" PartName="/ppt/slideLayouts/slideLayout1.xml"/>
  <Override ContentType="application/vnd.openxmlformats-officedocument.theme+xml" PartName="/ppt/theme/theme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Types>
</file>

<file path=_rels/.rels><?xml version="1.0" encoding="UTF-8" standalone="yes"?>
<Relationships xmlns="http://schemas.openxmlformats.org/package/2006/relationships" xmlns:xml="http://www.w3.org/XML/1998/namespace"><Relationship Target="docProps/core.xml" Type="http://schemas.openxmlformats.org/package/2006/relationships/metadata/core-properties" Id="rId1"/><Relationship Target="docProps/app.xml" Type="http://schemas.openxmlformats.org/officeDocument/2006/relationships/extended-properties" Id="rId2"/><Relationship Target="ppt/presentation.xml" Type="http://schemas.openxmlformats.org/officeDocument/2006/relationships/officeDocument" Id="rId3"/><Relationship Target="ppt/presProps.xml" Type="http://schemas.openxmlformats.org/officeDocument/2006/relationships/presProps" Id="rId4"/><Relationship Target="ppt/viewProps.xml" Type="http://schemas.openxmlformats.org/officeDocument/2006/relationships/viewProps" Id="rId5"/><Relationship Target="ppt/tableStyles.xml" Type="http://schemas.openxmlformats.org/officeDocument/2006/relationships/tableStyles" Id="rId6"/></Relationships>

</file>

<file path=ppt/presentation.xml><?xml version="1.0" encoding="utf-8"?>
<p:presentation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conformance="transitional">
  <p:sldMasterIdLst>
    <p:sldMasterId id="2147483648" r:id="rId1"/>
  </p:sldMasterIdLst>
  <p:sldIdLst>
    <p:sldId id="256" r:id="rId3"/>
    <p:sldId id="257" r:id="rId4"/>
    <p:sldId id="258" r:id="rId5"/>
    <p:sldId id="259" r:id="rId6"/>
    <p:sldId id="260" r:id="rId7"/>
    <p:sldId id="261" r:id="rId8"/>
    <p:sldId id="262" r:id="rId9"/>
    <p:sldId id="263" r:id="rId10"/>
  </p:sldIdLst>
  <p:notesSz cx="6858000" cy="9144000"/>
</p:presentation>
</file>

<file path=ppt/presProps.xml><?xml version="1.0" encoding="utf-8"?>
<p:presentationP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file>

<file path=ppt/tableStyles.xml><?xml version="1.0" encoding="utf-8"?>
<a:tblStyleLst xmlns="http://schemas.openxmlformats.org/drawingml/2006/main" xmlns:a="http://schemas.openxmlformats.org/drawingml/2006/main" xmlns:r="http://schemas.openxmlformats.org/officeDocument/2006/relationships" xmlns:sh="http://schemas.openxmlformats.org/officeDocument/2006/sharedTypes" xmlns:xml="http://www.w3.org/XML/1998/namespace" def="{00000000-0000-0000-0000-000000000000}"/>
</file>

<file path=ppt/viewProps.xml><?xml version="1.0" encoding="utf-8"?>
<p:viewP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file>

<file path=ppt/_rels/presentation.xml.rels><?xml version="1.0" encoding="UTF-8" standalone="yes"?>
<Relationships xmlns="http://schemas.openxmlformats.org/package/2006/relationships" xmlns:xml="http://www.w3.org/XML/1998/namespace"><Relationship Target="slideMasters/slideMaster1.xml" Type="http://schemas.openxmlformats.org/officeDocument/2006/relationships/slideMaster" Id="rId1"/><Relationship Target="theme/theme1.xml" Type="http://schemas.openxmlformats.org/officeDocument/2006/relationships/theme" Id="rId2"/><Relationship Target="slides/slide1.xml" Type="http://schemas.openxmlformats.org/officeDocument/2006/relationships/slide" Id="rId3"/><Relationship Target="slides/slide2.xml" Type="http://schemas.openxmlformats.org/officeDocument/2006/relationships/slide" Id="rId4"/><Relationship Target="slides/slide3.xml" Type="http://schemas.openxmlformats.org/officeDocument/2006/relationships/slide" Id="rId5"/><Relationship Target="slides/slide4.xml" Type="http://schemas.openxmlformats.org/officeDocument/2006/relationships/slide" Id="rId6"/><Relationship Target="slides/slide5.xml" Type="http://schemas.openxmlformats.org/officeDocument/2006/relationships/slide" Id="rId7"/><Relationship Target="slides/slide6.xml" Type="http://schemas.openxmlformats.org/officeDocument/2006/relationships/slide" Id="rId8"/><Relationship Target="slides/slide7.xml" Type="http://schemas.openxmlformats.org/officeDocument/2006/relationships/slide" Id="rId9"/><Relationship Target="slides/slide8.xml" Type="http://schemas.openxmlformats.org/officeDocument/2006/relationships/slide" Id="rId10"/></Relationships>

</file>

<file path=ppt/slideLayouts/_rels/slideLayout1.xml.rels><?xml version="1.0" encoding="UTF-8" standalone="yes"?>
<Relationships xmlns="http://schemas.openxmlformats.org/package/2006/relationships" xmlns:xml="http://www.w3.org/XML/1998/namespace"><Relationship Target="../slideMasters/slideMaster1.xml" Type="http://schemas.openxmlformats.org/officeDocument/2006/relationships/slideMaster" Id="rId1"/></Relationships>

</file>

<file path=ppt/slideLayouts/slideLayout1.xml><?xml version="1.0" encoding="utf-8"?>
<p:sldLayout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0" name=""/>
        <p:cNvGrpSpPr/>
        <p:nvPr/>
      </p:nvGrpSpPr>
      <p:grpSpPr/>
    </p:spTree>
  </p:cSld>
</p:sldLayout>
</file>

<file path=ppt/slideMasters/_rels/slideMaster1.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Target="../theme/theme1.xml" Type="http://schemas.openxmlformats.org/officeDocument/2006/relationships/theme" Id="rId2"/></Relationships>

</file>

<file path=ppt/slideMasters/slideMaster1.xml><?xml version="1.0" encoding="utf-8"?>
<p:sldMaste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0"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2.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3.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4.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5.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6.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7.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8.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slide1.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1828800"/>
            <a:ext cx="8229600" cy="1371600"/>
          </a:xfrm>
          <a:prstGeom prst="rect"/>
        </p:spPr>
        <p:txBody>
          <a:bodyPr wrap="square">
            <a:spAutoFit/>
          </a:bodyPr>
          <a:p>
            <a:r>
              <a:rPr sz="4400" b="1"/>
              <a:t>Membangun Kepercayaan: Kunci untuk Accountability yang Efektif</a:t>
            </a:r>
          </a:p>
        </p:txBody>
      </p:sp>
      <p:sp>
        <p:nvSpPr>
          <p:cNvPr id="0" name=""/>
          <p:cNvSpPr txBox="1"/>
          <p:nvPr/>
        </p:nvSpPr>
        <p:spPr>
          <a:xfrm>
            <a:off x="457200" y="3474720"/>
            <a:ext cx="8229600" cy="2743200"/>
          </a:xfrm>
          <a:prstGeom prst="rect"/>
        </p:spPr>
        <p:txBody>
          <a:bodyPr wrap="square">
            <a:spAutoFit/>
          </a:bodyPr>
          <a:p>
            <a:r>
              <a:rPr sz="1800"/>
              <a:t>Durasi: 75 menit | Audiens: Peserta dengan level kompetensi pemula hingga menengah</a:t>
            </a:r>
          </a:p>
          <a:p/>
          <a:p>
            <a:r>
              <a:rPr sz="1800" b="1"/>
              <a:t>Tujuan Pembelajaran:</a:t>
            </a:r>
          </a:p>
          <a:p>
            <a:r>
              <a:rPr sz="1600"/>
              <a:t>• Mengembangkan kemampuan membangun kepercayaan</a:t>
            </a:r>
          </a:p>
          <a:p>
            <a:r>
              <a:rPr sz="1600"/>
              <a:t>• Meningkatkan akuntabilitas dalam pekerjaan sehari-hari</a:t>
            </a:r>
          </a:p>
        </p:txBody>
      </p:sp>
    </p:spTree>
  </p:cSld>
</p:sld>
</file>

<file path=ppt/slides/slide2.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OBJECTIVE: TUJUAN PEMBELAJARAN</a:t>
            </a:r>
          </a:p>
        </p:txBody>
      </p:sp>
      <p:sp>
        <p:nvSpPr>
          <p:cNvPr id="0" name=""/>
          <p:cNvSpPr txBox="1"/>
          <p:nvPr/>
        </p:nvSpPr>
        <p:spPr>
          <a:xfrm>
            <a:off x="457200" y="1280160"/>
            <a:ext cx="8229600" cy="5303520"/>
          </a:xfrm>
          <a:prstGeom prst="rect"/>
        </p:spPr>
        <p:txBody>
          <a:bodyPr wrap="square">
            <a:spAutoFit/>
          </a:bodyPr>
          <a:p>
            <a:r>
              <a:rPr sz="1600"/>
              <a:t>Mengembangkan kemampuan membangun kepercayaan</a:t>
            </a:r>
          </a:p>
          <a:p>
            <a:r>
              <a:rPr sz="1600"/>
              <a:t>Meningkatkan akuntabilitas dalam pekerjaan sehari-hari</a:t>
            </a:r>
          </a:p>
          <a:p>
            <a:r>
              <a:rPr sz="1600"/>
              <a:t>• Mengidentifikasi faktor-faktor yang mempengaruhi kepercayaan</a:t>
            </a:r>
          </a:p>
          <a:p>
            <a:r>
              <a:rPr sz="1600"/>
              <a:t>Kepercayaan dipengaruhi oleh faktor-faktor seperti komunikasi yang efektif, integritas, dan kemampuan memenuhi komitmen. Dengan memahami faktor-faktor ini, kita dapat mengembangkan strategi untuk membangun kepercayaan yang kuat dengan rekan kerja dan atasan.</a:t>
            </a:r>
          </a:p>
          <a:p>
            <a:r>
              <a:rPr sz="1600"/>
              <a:t>• Meningkatkan kemampuan mengambil tanggung jawab</a:t>
            </a:r>
          </a:p>
          <a:p>
            <a:r>
              <a:rPr sz="1600"/>
              <a:t>Mengambil tanggung jawab atas tindakan dan keputusan adalah kunci untuk meningkatkan akuntabilitas. Dengan memahami pentingnya akuntabilitas, kita dapat mengembangkan kemampuan untuk mengambil tanggung jawab dan meningkatkan kredibilitas kita di tempat kerja.</a:t>
            </a:r>
          </a:p>
        </p:txBody>
      </p:sp>
    </p:spTree>
  </p:cSld>
</p:sld>
</file>

<file path=ppt/slides/slide3.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KONSEP: APA ITU KEPERCAYAAN?</a:t>
            </a:r>
          </a:p>
        </p:txBody>
      </p:sp>
      <p:sp>
        <p:nvSpPr>
          <p:cNvPr id="0" name=""/>
          <p:cNvSpPr txBox="1"/>
          <p:nvPr/>
        </p:nvSpPr>
        <p:spPr>
          <a:xfrm>
            <a:off x="457200" y="1280160"/>
            <a:ext cx="8229600" cy="5303520"/>
          </a:xfrm>
          <a:prstGeom prst="rect"/>
        </p:spPr>
        <p:txBody>
          <a:bodyPr wrap="square">
            <a:spAutoFit/>
          </a:bodyPr>
          <a:p>
            <a:r>
              <a:rPr sz="1600"/>
              <a:t>Definisi Kepercayaan</a:t>
            </a:r>
          </a:p>
          <a:p>
            <a:r>
              <a:rPr sz="1600"/>
              <a:t>Kepercayaan adalah percaya atau memiliki keyakinan bahwa seseorang atau sesuatu dapat dipercaya atau diandalkan. Dalam konteks kerja, kepercayaan sangat penting karena mempengaruhi kemampuan kita untuk bekerja sama, berbagi informasi, dan mengambil keputusan yang tepat.</a:t>
            </a:r>
          </a:p>
          <a:p>
            <a:r>
              <a:rPr sz="1600"/>
              <a:t>• Faktor-faktor yang mempengaruhi kepercayaan</a:t>
            </a:r>
          </a:p>
          <a:p>
            <a:r>
              <a:rPr sz="1600"/>
              <a:t>Faktor-faktor seperti komunikasi yang efektif, integritas, dan kemampuan memenuhi komitmen sangat mempengaruhi kepercayaan. Dengan memahami faktor-faktor ini, kita dapat mengembangkan strategi untuk membangun kepercayaan yang kuat dengan rekan kerja dan atasan.</a:t>
            </a:r>
          </a:p>
          <a:p>
            <a:r>
              <a:rPr sz="1600"/>
              <a:t>• Pentingnya kepercayaan dalam kerja tim</a:t>
            </a:r>
          </a:p>
          <a:p>
            <a:r>
              <a:rPr sz="1600"/>
              <a:t>Kepercayaan sangat penting dalam kerja tim karena mempengaruhi kemampuan kita untuk bekerja sama, berbagi informasi, dan mengambil keputusan yang tepat. Dengan membangun kepercayaan yang kuat, kita dapat meningkatkan efektivitas tim dan mencapai tujuan yang lebih baik.</a:t>
            </a:r>
          </a:p>
        </p:txBody>
      </p:sp>
    </p:spTree>
  </p:cSld>
</p:sld>
</file>

<file path=ppt/slides/slide4.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LANGKAH: MEMBANGUN KEPERCAYAAN</a:t>
            </a:r>
          </a:p>
        </p:txBody>
      </p:sp>
      <p:sp>
        <p:nvSpPr>
          <p:cNvPr id="0" name=""/>
          <p:cNvSpPr txBox="1"/>
          <p:nvPr/>
        </p:nvSpPr>
        <p:spPr>
          <a:xfrm>
            <a:off x="457200" y="1280160"/>
            <a:ext cx="8229600" cy="5303520"/>
          </a:xfrm>
          <a:prstGeom prst="rect"/>
        </p:spPr>
        <p:txBody>
          <a:bodyPr wrap="square">
            <a:spAutoFit/>
          </a:bodyPr>
          <a:p>
            <a:r>
              <a:rPr sz="1600"/>
              <a:t>Langkah 1: Komunikasi yang efektif</a:t>
            </a:r>
          </a:p>
          <a:p>
            <a:r>
              <a:rPr sz="1600"/>
              <a:t>Komunikasi yang efektif sangat penting untuk membangun kepercayaan. Dengan berkomunikasi dengan jelas, terbuka, dan transparan, kita dapat membangun kepercayaan dengan rekan kerja dan atasan.</a:t>
            </a:r>
          </a:p>
          <a:p>
            <a:r>
              <a:rPr sz="1600"/>
              <a:t>• Langkah 2: Menjaga integritas</a:t>
            </a:r>
          </a:p>
          <a:p>
            <a:r>
              <a:rPr sz="1600"/>
              <a:t>Menjaga integritas sangat penting untuk membangun kepercayaan. Dengan menjaga integritas, kita dapat menunjukkan bahwa kita dapat dipercaya dan diandalkan.</a:t>
            </a:r>
          </a:p>
          <a:p>
            <a:r>
              <a:rPr sz="1600"/>
              <a:t>• Langkah 3: Memenuhi komitmen</a:t>
            </a:r>
          </a:p>
          <a:p>
            <a:r>
              <a:rPr sz="1600"/>
              <a:t>Memenuhi komitmen sangat penting untuk membangun kepercayaan. Dengan memenuhi komitmen, kita dapat menunjukkan bahwa kita dapat diandalkan dan dipercaya.</a:t>
            </a:r>
          </a:p>
        </p:txBody>
      </p:sp>
    </p:spTree>
  </p:cSld>
</p:sld>
</file>

<file path=ppt/slides/slide5.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STUDI KASUS: MEMBANGUN KEPERCAYAAN DI TEMPAT KERJA</a:t>
            </a:r>
          </a:p>
        </p:txBody>
      </p:sp>
      <p:sp>
        <p:nvSpPr>
          <p:cNvPr id="0" name=""/>
          <p:cNvSpPr txBox="1"/>
          <p:nvPr/>
        </p:nvSpPr>
        <p:spPr>
          <a:xfrm>
            <a:off x="457200" y="1280160"/>
            <a:ext cx="8229600" cy="5303520"/>
          </a:xfrm>
          <a:prstGeom prst="rect"/>
        </p:spPr>
        <p:txBody>
          <a:bodyPr wrap="square">
            <a:spAutoFit/>
          </a:bodyPr>
          <a:p>
            <a:r>
              <a:rPr sz="1600"/>
              <a:t>Contoh kasus: Membangun kepercayaan dengan rekan kerja</a:t>
            </a:r>
          </a:p>
          <a:p>
            <a:r>
              <a:rPr sz="1600"/>
              <a:t>Dalam sebuah perusahaan, seorang karyawan baru bergabung dengan tim. Untuk membangun kepercayaan dengan rekan kerja, karyawan tersebut berkomunikasi dengan efektif, menjaga integritas, dan memenuhi komitmen. Dalam waktu singkat, karyawan tersebut dapat membangun kepercayaan yang kuat dengan rekan kerja dan atasan.</a:t>
            </a:r>
          </a:p>
          <a:p>
            <a:r>
              <a:rPr sz="1600"/>
              <a:t>• Analisis kasus</a:t>
            </a:r>
          </a:p>
          <a:p>
            <a:r>
              <a:rPr sz="1600"/>
              <a:t>Dalam kasus ini, karyawan baru dapat membangun kepercayaan dengan rekan kerja dan atasan karena berkomunikasi dengan efektif, menjaga integritas, dan memenuhi komitmen. Dengan memahami faktor-faktor yang mempengaruhi kepercayaan, kita dapat mengembangkan strategi untuk membangun kepercayaan yang kuat di tempat kerja.</a:t>
            </a:r>
          </a:p>
        </p:txBody>
      </p:sp>
    </p:spTree>
  </p:cSld>
</p:sld>
</file>

<file path=ppt/slides/slide6.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PENUTUP: RINGKASAN DAN TINDAK LANJUT</a:t>
            </a:r>
          </a:p>
        </p:txBody>
      </p:sp>
      <p:sp>
        <p:nvSpPr>
          <p:cNvPr id="0" name=""/>
          <p:cNvSpPr txBox="1"/>
          <p:nvPr/>
        </p:nvSpPr>
        <p:spPr>
          <a:xfrm>
            <a:off x="457200" y="1280160"/>
            <a:ext cx="8229600" cy="5303520"/>
          </a:xfrm>
          <a:prstGeom prst="rect"/>
        </p:spPr>
        <p:txBody>
          <a:bodyPr wrap="square">
            <a:spAutoFit/>
          </a:bodyPr>
          <a:p>
            <a:r>
              <a:rPr sz="1600"/>
              <a:t>Ringkasan materi</a:t>
            </a:r>
          </a:p>
          <a:p>
            <a:r>
              <a:rPr sz="1600"/>
              <a:t>Dalam pelatihan ini, kita telah membahas tentang pentingnya kepercayaan dalam kerja tim, faktor-faktor yang mempengaruhi kepercayaan, dan langkah-langkah untuk membangun kepercayaan.</a:t>
            </a:r>
          </a:p>
          <a:p>
            <a:r>
              <a:rPr sz="1600"/>
              <a:t>• Tindak lanjut</a:t>
            </a:r>
          </a:p>
          <a:p>
            <a:r>
              <a:rPr sz="1600"/>
              <a:t>Setelah pelatihan ini, peserta diharapkan dapat mempraktikkan langkah-langkah untuk membangun kepercayaan di tempat kerja. Dengan membangun kepercayaan yang kuat, kita dapat meningkatkan efektivitas tim dan mencapai tujuan yang lebih baik.</a:t>
            </a:r>
          </a:p>
        </p:txBody>
      </p:sp>
    </p:spTree>
  </p:cSld>
</p:sld>
</file>

<file path=ppt/slides/slide7.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Aktivitas &amp; Latihan</a:t>
            </a:r>
          </a:p>
        </p:txBody>
      </p:sp>
      <p:sp>
        <p:nvSpPr>
          <p:cNvPr id="0" name=""/>
          <p:cNvSpPr txBox="1"/>
          <p:nvPr/>
        </p:nvSpPr>
        <p:spPr>
          <a:xfrm>
            <a:off x="457200" y="1280160"/>
            <a:ext cx="8229600" cy="5303520"/>
          </a:xfrm>
          <a:prstGeom prst="rect"/>
        </p:spPr>
        <p:txBody>
          <a:bodyPr wrap="square">
            <a:spAutoFit/>
          </a:bodyPr>
          <a:p>
            <a:r>
              <a:rPr sz="1800" b="1"/>
              <a:t>1. Aktivitas 1: Membangun Kepercayaan (15 menit)</a:t>
            </a:r>
          </a:p>
          <a:p>
            <a:r>
              <a:rPr sz="1500"/>
              <a:t xml:space="preserve">   Peserta diminta untuk berdiskusi dalam kelompok tentang faktor-faktor yang mempengaruhi kepercayaan dan langkah-langkah untuk membangun kepercayaan.</a:t>
            </a:r>
          </a:p>
          <a:p>
            <a:r>
              <a:rPr sz="600"/>
              <a:t xml:space="preserve"> </a:t>
            </a:r>
          </a:p>
          <a:p>
            <a:r>
              <a:rPr sz="1800" b="1"/>
              <a:t>2. Aktivitas 2: Studi Kasus (20 menit)</a:t>
            </a:r>
          </a:p>
          <a:p>
            <a:r>
              <a:rPr sz="1500"/>
              <a:t xml:space="preserve">   Peserta diminta untuk menganalisis kasus tentang membangun kepercayaan di tempat kerja dan membahas tentang faktor-faktor yang mempengaruhi kepercayaan.</a:t>
            </a:r>
          </a:p>
        </p:txBody>
      </p:sp>
    </p:spTree>
  </p:cSld>
</p:sld>
</file>

<file path=ppt/slides/slide8.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Assessment &amp; Evaluasi</a:t>
            </a:r>
          </a:p>
        </p:txBody>
      </p:sp>
      <p:sp>
        <p:nvSpPr>
          <p:cNvPr id="0" name=""/>
          <p:cNvSpPr txBox="1"/>
          <p:nvPr/>
        </p:nvSpPr>
        <p:spPr>
          <a:xfrm>
            <a:off x="457200" y="1280160"/>
            <a:ext cx="8229600" cy="5303520"/>
          </a:xfrm>
          <a:prstGeom prst="rect"/>
        </p:spPr>
        <p:txBody>
          <a:bodyPr wrap="square">
            <a:spAutoFit/>
          </a:bodyPr>
          <a:p>
            <a:r>
              <a:rPr sz="1500" b="1"/>
              <a:t>Q1: Apa yang dimaksud dengan kepercayaan?</a:t>
            </a:r>
          </a:p>
          <a:p>
            <a:r>
              <a:rPr sz="1400"/>
              <a:t>A: Kepercayaan adalah percaya atau memiliki keyakinan bahwa seseorang atau sesuatu dapat dipercaya atau diandalkan.</a:t>
            </a:r>
          </a:p>
          <a:p>
            <a:r>
              <a:rPr sz="600"/>
              <a:t xml:space="preserve"> </a:t>
            </a:r>
          </a:p>
          <a:p>
            <a:r>
              <a:rPr sz="1500" b="1"/>
              <a:t>Q2: Faktor-faktor apa yang mempengaruhi kepercayaan?</a:t>
            </a:r>
          </a:p>
          <a:p>
            <a:r>
              <a:rPr sz="1400"/>
              <a:t>A: Faktor-faktor seperti komunikasi yang efektif, integritas, dan kemampuan memenuhi komitmen sangat mempengaruhi kepercayaan.</a:t>
            </a:r>
          </a:p>
        </p:txBody>
      </p:sp>
    </p:spTree>
  </p:cSld>
</p:sld>
</file>

<file path=ppt/theme/theme1.xml><?xml version="1.0" encoding="utf-8"?>
<a:theme xmlns="http://schemas.openxmlformats.org/drawingml/2006/main" xmlns:a="http://schemas.openxmlformats.org/drawingml/2006/main" xmlns:r="http://schemas.openxmlformats.org/officeDocument/2006/relationships" xmlns:sh="http://schemas.openxmlformats.org/officeDocument/2006/sharedTypes" xmlns:xml="http://www.w3.org/XML/1998/namespace" name="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xmlns:xml="http://www.w3.org/XML/1998/namespace">
  <Company>FoxyUtils ehf</Company>
  <LinksUpToDate>false</LinksUpToDate>
  <Application>github.com/unidoc/unioffice</Application>
  <AppVersion>01.0017</AppVersion>
  <DocSecurity>0</DocSecurity>
</Properties>
</file>

<file path=docProps/core.xml><?xml version="1.0" encoding="utf-8"?>
<cp:coreProperties xmlns="http://schemas.openxmlformats.org/package/2006/metadata/core-properties" xmlns:cp="http://schemas.openxmlformats.org/package/2006/metadata/core-properties" xmlns:dc="http://purl.org/dc/elements/1.1/" xmlns:dcterms="http://purl.org/dc/terms/" xmlns:xml="http://www.w3.org/XML/1998/namespace"/>
</file>