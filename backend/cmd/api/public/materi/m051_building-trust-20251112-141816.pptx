
<file path=[Content_Types].xml><?xml version="1.0" encoding="utf-8"?>
<Types xmlns="http://schemas.openxmlformats.org/package/2006/content-types" xmlns:xml="http://www.w3.org/XML/1998/namespace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Default Extension="wmf" ContentType="image/x-wmf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
<Relationships xmlns="http://schemas.openxmlformats.org/package/2006/relationships" xmlns:xml="http://www.w3.org/XML/1998/namespace"><Relationship Target="docProps/core.xml" Type="http://schemas.openxmlformats.org/package/2006/relationships/metadata/core-properties" Id="rId1"/><Relationship Target="docProps/app.xml" Type="http://schemas.openxmlformats.org/officeDocument/2006/relationships/extended-properties" Id="rId2"/><Relationship Target="ppt/presentation.xml" Type="http://schemas.openxmlformats.org/officeDocument/2006/relationships/officeDocument" Id="rId3"/><Relationship Target="ppt/presProps.xml" Type="http://schemas.openxmlformats.org/officeDocument/2006/relationships/presProps" Id="rId4"/><Relationship Target="ppt/viewProps.xml" Type="http://schemas.openxmlformats.org/officeDocument/2006/relationships/viewProps" Id="rId5"/><Relationship Target="ppt/tableStyles.xml" Type="http://schemas.openxmlformats.org/officeDocument/2006/relationships/tableStyles" Id="rId6"/></Relationships>
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 conformance="transitional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notesSz cx="6858000" cy="9144000"/>
</p:presentation>
</file>

<file path=ppt/presProps.xml><?xml version="1.0" encoding="utf-8"?>
<p:presentation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/>
</file>

<file path=ppt/tableStyles.xml><?xml version="1.0" encoding="utf-8"?>
<a:tblStyleLst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def="{00000000-0000-0000-0000-000000000000}"/>
</file>

<file path=ppt/viewProps.xml><?xml version="1.0" encoding="utf-8"?>
<p:view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/>
</file>

<file path=ppt/_rels/presentation.xml.rels><?xml version="1.0" encoding="UTF-8" standalone="yes"?>
<Relationships xmlns="http://schemas.openxmlformats.org/package/2006/relationships" xmlns:xml="http://www.w3.org/XML/1998/namespace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Relationship Target="slides/slide2.xml" Type="http://schemas.openxmlformats.org/officeDocument/2006/relationships/slide" Id="rId4"/><Relationship Target="slides/slide3.xml" Type="http://schemas.openxmlformats.org/officeDocument/2006/relationships/slide" Id="rId5"/><Relationship Target="slides/slide4.xml" Type="http://schemas.openxmlformats.org/officeDocument/2006/relationships/slide" Id="rId6"/><Relationship Target="slides/slide5.xml" Type="http://schemas.openxmlformats.org/officeDocument/2006/relationships/slide" Id="rId7"/><Relationship Target="slides/slide6.xml" Type="http://schemas.openxmlformats.org/officeDocument/2006/relationships/slide" Id="rId8"/><Relationship Target="slides/slide7.xml" Type="http://schemas.openxmlformats.org/officeDocument/2006/relationships/slide" Id="rId9"/><Relationship Target="slides/slide8.xml" Type="http://schemas.openxmlformats.org/officeDocument/2006/relationships/slide" Id="rId10"/></Relationships>

</file>

<file path=ppt/slideLayouts/_rels/slideLayout1.xml.rels><?xml version="1.0" encoding="UTF-8" standalone="yes"?>
<Relationships xmlns="http://schemas.openxmlformats.org/package/2006/relationships" xmlns:xml="http://www.w3.org/XML/1998/namespace"><Relationship Target="../slideMasters/slideMaster1.xml" Type="http://schemas.openxmlformats.org/officeDocument/2006/relationships/slideMaster" Id="rId1"/></Relationships>

</file>

<file path=ppt/slideLayouts/slideLayout1.xml><?xml version="1.0" encoding="utf-8"?>
<p:sldLayout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

</file>

<file path=ppt/slideMasters/slideMaster1.xml><?xml version="1.0" encoding="utf-8"?>
<p:sldMaste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_rels/slide2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_rels/slide3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_rels/slide4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_rels/slide5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_rels/slide6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_rels/slide7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_rels/slide8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Id="rId2" Type="http://schemas.openxmlformats.org/officeDocument/2006/relationships/image" Target="../media/image1.png"/></Relationships>

</file>

<file path=ppt/slides/slide1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1828800"/>
            <a:ext cx="8229600" cy="1371600"/>
          </a:xfrm>
          <a:prstGeom prst="rect"/>
        </p:spPr>
        <p:txBody>
          <a:bodyPr wrap="square">
            <a:spAutoFit/>
          </a:bodyPr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4400" b="1"/>
              <a:t>Membangun Kepercayaan: Kunci Sukses dalam Komunikasi Efektif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3474720"/>
            <a:ext cx="8229600" cy="2743200"/>
          </a:xfrm>
          <a:prstGeom prst="rect"/>
        </p:spPr>
        <p:txBody>
          <a:bodyPr wrap="square">
            <a:spAutoFit/>
          </a:bodyPr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800"/>
              <a:t>Durasi: 75 menit | Audiens: Pegawai dengan level kompetensi pemula</a:t>
            </a:r>
          </a:p>
          <a:p/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1800" b="1"/>
              <a:t>Tujuan Pembelajaran:</a:t>
            </a:r>
          </a:p>
          <a:p>
            <a:r>
              <a:rPr lang="id-ID" dirty="0" b="1" typeface="Calibri">
                <a:solidFill>
                  <a:srgbClr val="212121"/>
                </a:solidFill>
                <a:latin typeface="Calibri"/>
              </a:rPr>
              <a:rPr sz="1600"/>
              <a:t>• Mengembangkan kemampuan membangun kepercayaan</a:t>
            </a:r>
          </a:p>
          <a:p>
            <a:r>
              <a:rPr lang="id-ID" dirty="0" b="1" typeface="Calibri">
                <a:solidFill>
                  <a:srgbClr val="212121"/>
                </a:solidFill>
                <a:latin typeface="Calibri"/>
              </a:rPr>
              <a:rPr sz="1600"/>
              <a:t>• Meningkatkan efektivitas komunikasi</a:t>
            </a:r>
          </a:p>
        </p:txBody>
      </p:sp>
    </p:spTree>
  </p:cSld>
</p:sld>
</file>

<file path=ppt/slides/slide2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2800" b="1"/>
              <a:t>OBJECTIVE: TUJUAN PEMBELAJARAN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membangun kepercayaan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Meningkatkan efektivitas komunikasi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Mengidentifikasi dan menganalisis hambatan dalam membangun kepercayaan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strategi untuk membangun kepercayaan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Meningkatkan kepercayaan diri dalam berkomunikasi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memahami kebutuhan dan harapan rekan kerja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mengelola konflik dan menyelesaikan masalah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membangun jaringan dan memelihara hubungan</a:t>
            </a:r>
          </a:p>
        </p:txBody>
      </p:sp>
    </p:spTree>
  </p:cSld>
</p:sld>
</file>

<file path=ppt/slides/slide3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2800" b="1"/>
              <a:t>KONSEP: APA ITU KEPEERCAYAAN?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212121"/>
                </a:solidFill>
                <a:latin typeface="Calibri"/>
              </a:rPr>
              <a:rPr sz="1600"/>
              <a:t>Definisi Kepercayaan</a:t>
            </a:r>
          </a:p>
          <a:p>
            <a:r>
              <a:rPr lang="id-ID" dirty="0" b="1" typeface="Calibri">
                <a:solidFill>
                  <a:srgbClr val="D32F2F"/>
                </a:solidFill>
                <a:latin typeface="Calibri"/>
              </a:rPr>
              <a:rPr sz="1600"/>
              <a:t>Kepercayaan adalah kemampuan untuk mempercayai dan memiliki keyakinan terhadap seseorang atau sesuatu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Kepercayaan dibangun melalui komunikasi yang efektif, kejujuran, dan konsistensi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Kepercayaan dapat mempengaruhi hubungan dan kerja sama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Kepercayaan dapat mempengaruhi kepercayaan diri dan motivasi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Kepercayaan dapat mempengaruhi kesuksesan dan kegagalan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Kepercayaan dapat dibangun dan dipelihara melalui usaha dan komitmen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Kepercayaan dapat rusak jika tidak dipelihara dan dihargai</a:t>
            </a:r>
          </a:p>
        </p:txBody>
      </p:sp>
    </p:spTree>
  </p:cSld>
</p:sld>
</file>

<file path=ppt/slides/slide4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2800" b="1"/>
              <a:t>LANGKAH: MEMBANGUN KEPEERCAYAAN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1600"/>
              <a:t>Langkah 1: Mengembangkan Kemampuan Komunikasi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berkomunikasi dengan efektif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mendengarkan dan memahami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menyampaikan pesan dengan jelas</a:t>
            </a:r>
          </a:p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1600"/>
              <a:t>Langkah 2: Membangun Kepercayaan melalui Kejujuran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menjadi jujur dan transparan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mengakui kesalahan dan meminta maaf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mempertahankan komitmen</a:t>
            </a:r>
          </a:p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1600"/>
              <a:t>Langkah 3: Membangun Kepercayaan melalui Konsistensi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konsisten dalam perkataan dan perbuatan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mempertahankan janji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membangun kepercayaan melalui tindakan</a:t>
            </a:r>
          </a:p>
        </p:txBody>
      </p:sp>
    </p:spTree>
  </p:cSld>
</p:sld>
</file>

<file path=ppt/slides/slide5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2800" b="1"/>
              <a:t>STUDI KASUS: MEMBANGUN KEPEERCAYAAN DI TEMPAT KERJA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1600"/>
              <a:t>Studi Kasus: Membangun Kepercayaan di Tempat Kerja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membangun kepercayaan dengan rekan kerja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memahami kebutuhan dan harapan rekan kerja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mengelola konflik dan menyelesaikan masalah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membangun jaringan dan memelihara hubungan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mempertahankan kepercayaan dan membangun kepercayaan yang lebih kuat</a:t>
            </a:r>
          </a:p>
        </p:txBody>
      </p:sp>
    </p:spTree>
  </p:cSld>
</p:sld>
</file>

<file path=ppt/slides/slide6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4CAF50"/>
                </a:solidFill>
                <a:latin typeface="Calibri"/>
              </a:rPr>
              <a:rPr sz="2800" b="1"/>
              <a:t>PENUTUP: RINGKASAN DAN TINDAKAN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Ringkasan: Membangun Kepercayaan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membangun kepercayaan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memahami kebutuhan dan harapan rekan kerja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mengelola konflik dan menyelesaikan masalah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Tindakan: Membangun Kepercayaan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membangun kepercayaan dengan rekan kerja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600"/>
              <a:t>Mengembangkan kemampuan untuk mempertahankan kepercayaan dan membangun kepercayaan yang lebih kuat</a:t>
            </a:r>
          </a:p>
        </p:txBody>
      </p:sp>
    </p:spTree>
  </p:cSld>
</p:sld>
</file>

<file path=ppt/slides/slide7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2800" b="1"/>
              <a:t>Aktivitas &amp; Latihan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lang="id-ID" dirty="0" b="1" typeface="Calibri">
                <a:solidFill>
                  <a:srgbClr val="D32F2F"/>
                </a:solidFill>
                <a:latin typeface="Calibri"/>
              </a:rPr>
              <a:rPr sz="1800" b="1"/>
              <a:t>1. Aktivitas 1: Membangun Kepercayaan (15 menit)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500"/>
              <a:t xml:space="preserve">   Mengembangkan kemampuan untuk membangun kepercayaan dengan rekan kerja</a:t>
            </a:r>
          </a:p>
          <a:p>
            <a:r>
              <a:rPr sz="600"/>
              <a:t xml:space="preserve"> </a:t>
            </a:r>
          </a:p>
          <a:p>
            <a:r>
              <a:rPr lang="id-ID" dirty="0" b="1" typeface="Calibri">
                <a:solidFill>
                  <a:srgbClr val="D32F2F"/>
                </a:solidFill>
                <a:latin typeface="Calibri"/>
              </a:rPr>
              <a:rPr sz="1800" b="1"/>
              <a:t>2. Aktivitas 2: Mengelola Konflik (20 menit)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500"/>
              <a:t xml:space="preserve">   Mengembangkan kemampuan untuk mengelola konflik dan menyelesaikan masalah</a:t>
            </a:r>
          </a:p>
        </p:txBody>
      </p:sp>
    </p:spTree>
  </p:cSld>
</p:sld>
</file>

<file path=ppt/slides/slide8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457200" y="457200"/>
            <a:ext cx="8229600" cy="731520"/>
          </a:xfrm>
          <a:prstGeom prst="rect"/>
        </p:spPr>
        <p:txBody>
          <a:bodyPr wrap="square">
            <a:spAutoFit/>
          </a:bodyPr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2800" b="1"/>
              <a:t>Assessment &amp; Evaluasi</a:t>
            </a:r>
          </a:p>
        </p:txBody>
      </p:sp>
      <p:sp>
        <p:nvSpPr>
          <p:cNvPr id="0" name=""/>
          <p:cNvSpPr txBox="1"/>
          <p:nvPr/>
        </p:nvSpPr>
        <p:spPr>
          <a:xfrm>
            <a:off x="457200" y="1280160"/>
            <a:ext cx="8229600" cy="5303520"/>
          </a:xfrm>
          <a:prstGeom prst="rect"/>
        </p:spPr>
        <p:txBody>
          <a:bodyPr wrap="square">
            <a:spAutoFit/>
          </a:bodyPr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500" b="1"/>
              <a:t>Q1: Apa yang dimaksud dengan kepercayaan?</a:t>
            </a:r>
          </a:p>
          <a:p>
            <a:r>
              <a:rPr lang="id-ID" dirty="0" b="1" typeface="Calibri">
                <a:solidFill>
                  <a:srgbClr val="D32F2F"/>
                </a:solidFill>
                <a:latin typeface="Calibri"/>
              </a:rPr>
              <a:rPr sz="1400"/>
              <a:t>A: Kepercayaan adalah kemampuan untuk mempercayai dan memiliki keyakinan terhadap seseorang atau sesuatu</a:t>
            </a:r>
          </a:p>
          <a:p>
            <a:r>
              <a:rPr sz="600"/>
              <a:t xml:space="preserve"> 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500" b="1"/>
              <a:t>Q2: Bagaimana cara membangun kepercayaan?</a:t>
            </a:r>
          </a:p>
          <a:p>
            <a:r>
              <a:rPr lang="id-ID" dirty="0" typeface="Calibri">
                <a:solidFill>
                  <a:srgbClr val="212121"/>
                </a:solidFill>
                <a:latin typeface="Calibri"/>
              </a:rPr>
              <a:rPr sz="1400"/>
              <a:t>A: Membangun kepercayaan dapat dilakukan melalui komunikasi yang efektif, kejujuran, dan konsistensi</a:t>
            </a:r>
          </a:p>
        </p:txBody>
      </p:sp>
    </p:spTree>
  </p:cSld>
</p:sld>
</file>

<file path=ppt/theme/theme1.xml><?xml version="1.0" encoding="utf-8"?>
<a:theme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name="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 xmlns:xml="http://www.w3.org/XML/1998/namespace">
  <Company>FoxyUtils ehf</Company>
  <LinksUpToDate>false</LinksUpToDate>
  <Application>github.com/unidoc/unioffice</Application>
  <AppVersion>01.0017</AppVersion>
  <DocSecurity>0</DocSecurity>
</Properties>
</file>

<file path=docProps/core.xml><?xml version="1.0" encoding="utf-8"?>
<cp:coreProperties xmlns="http://schemas.openxmlformats.org/package/2006/metadata/core-properties" xmlns:cp="http://schemas.openxmlformats.org/package/2006/metadata/core-properties" xmlns:dc="http://purl.org/dc/elements/1.1/" xmlns:dcterms="http://purl.org/dc/terms/" xmlns:xml="http://www.w3.org/XML/1998/namespace"/>
</file>