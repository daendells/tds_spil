
<file path=[Content_Types].xml><?xml version="1.0" encoding="utf-8"?>
<Types xmlns="http://schemas.openxmlformats.org/package/2006/content-types" xmlns:xml="http://www.w3.org/XML/1998/namespace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jpg" ContentType="image/jpeg"/>
  <Default Extension="wmf" ContentType="image/x-wmf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slideLayout+xml" PartName="/ppt/slideLayouts/slideLayout1.xml"/>
  <Override ContentType="application/vnd.openxmlformats-officedocument.theme+xml" PartName="/ppt/theme/theme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</Types>
</file>

<file path=_rels/.rels><?xml version="1.0" encoding="UTF-8" standalone="yes"?>
<Relationships xmlns="http://schemas.openxmlformats.org/package/2006/relationships" xmlns:xml="http://www.w3.org/XML/1998/namespace"><Relationship Target="docProps/core.xml" Type="http://schemas.openxmlformats.org/package/2006/relationships/metadata/core-properties" Id="rId1"/><Relationship Target="docProps/app.xml" Type="http://schemas.openxmlformats.org/officeDocument/2006/relationships/extended-properties" Id="rId2"/><Relationship Target="ppt/presentation.xml" Type="http://schemas.openxmlformats.org/officeDocument/2006/relationships/officeDocument" Id="rId3"/><Relationship Target="ppt/presProps.xml" Type="http://schemas.openxmlformats.org/officeDocument/2006/relationships/presProps" Id="rId4"/><Relationship Target="ppt/viewProps.xml" Type="http://schemas.openxmlformats.org/officeDocument/2006/relationships/viewProps" Id="rId5"/><Relationship Target="ppt/tableStyles.xml" Type="http://schemas.openxmlformats.org/officeDocument/2006/relationships/tableStyles" Id="rId6"/></Relationships>

</file>

<file path=ppt/presentation.xml><?xml version="1.0" encoding="utf-8"?>
<p:presentation xmlns="http://schemas.openxmlformats.org/presentationml/2006/main" xmlns:a="http://schemas.openxmlformats.org/drawingml/2006/main" xmlns:p="http://schemas.openxmlformats.org/presentationml/2006/main" xmlns:r="http://schemas.openxmlformats.org/officeDocument/2006/relationships" xmlns:sh="http://schemas.openxmlformats.org/officeDocument/2006/sharedTypes" xmlns:xml="http://www.w3.org/XML/1998/namespace" conformance="transitional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notesSz cx="6858000" cy="9144000"/>
</p:presentation>
</file>

<file path=ppt/presProps.xml><?xml version="1.0" encoding="utf-8"?>
<p:presentationPr xmlns="http://schemas.openxmlformats.org/presentationml/2006/main" xmlns:a="http://schemas.openxmlformats.org/drawingml/2006/main" xmlns:p="http://schemas.openxmlformats.org/presentationml/2006/main" xmlns:r="http://schemas.openxmlformats.org/officeDocument/2006/relationships" xmlns:sh="http://schemas.openxmlformats.org/officeDocument/2006/sharedTypes" xmlns:xml="http://www.w3.org/XML/1998/namespace"/>
</file>

<file path=ppt/tableStyles.xml><?xml version="1.0" encoding="utf-8"?>
<a:tblStyleLst xmlns="http://schemas.openxmlformats.org/drawingml/2006/main" xmlns:a="http://schemas.openxmlformats.org/drawingml/2006/main" xmlns:r="http://schemas.openxmlformats.org/officeDocument/2006/relationships" xmlns:sh="http://schemas.openxmlformats.org/officeDocument/2006/sharedTypes" xmlns:xml="http://www.w3.org/XML/1998/namespace" def="{00000000-0000-0000-0000-000000000000}"/>
</file>

<file path=ppt/viewProps.xml><?xml version="1.0" encoding="utf-8"?>
<p:viewPr xmlns="http://schemas.openxmlformats.org/presentationml/2006/main" xmlns:a="http://schemas.openxmlformats.org/drawingml/2006/main" xmlns:p="http://schemas.openxmlformats.org/presentationml/2006/main" xmlns:r="http://schemas.openxmlformats.org/officeDocument/2006/relationships" xmlns:sh="http://schemas.openxmlformats.org/officeDocument/2006/sharedTypes" xmlns:xml="http://www.w3.org/XML/1998/namespace"/>
</file>

<file path=ppt/_rels/presentation.xml.rels><?xml version="1.0" encoding="UTF-8" standalone="yes"?>
<Relationships xmlns="http://schemas.openxmlformats.org/package/2006/relationships" xmlns:xml="http://www.w3.org/XML/1998/namespace"><Relationship Target="slideMasters/slideMaster1.xml" Type="http://schemas.openxmlformats.org/officeDocument/2006/relationships/slideMaster" Id="rId1"/><Relationship Target="theme/theme1.xml" Type="http://schemas.openxmlformats.org/officeDocument/2006/relationships/theme" Id="rId2"/><Relationship Target="slides/slide1.xml" Type="http://schemas.openxmlformats.org/officeDocument/2006/relationships/slide" Id="rId3"/><Relationship Target="slides/slide2.xml" Type="http://schemas.openxmlformats.org/officeDocument/2006/relationships/slide" Id="rId4"/><Relationship Target="slides/slide3.xml" Type="http://schemas.openxmlformats.org/officeDocument/2006/relationships/slide" Id="rId5"/><Relationship Target="slides/slide4.xml" Type="http://schemas.openxmlformats.org/officeDocument/2006/relationships/slide" Id="rId6"/><Relationship Target="slides/slide5.xml" Type="http://schemas.openxmlformats.org/officeDocument/2006/relationships/slide" Id="rId7"/><Relationship Target="slides/slide6.xml" Type="http://schemas.openxmlformats.org/officeDocument/2006/relationships/slide" Id="rId8"/><Relationship Target="slides/slide7.xml" Type="http://schemas.openxmlformats.org/officeDocument/2006/relationships/slide" Id="rId9"/><Relationship Target="slides/slide8.xml" Type="http://schemas.openxmlformats.org/officeDocument/2006/relationships/slide" Id="rId10"/></Relationships>

</file>

<file path=ppt/slideLayouts/_rels/slideLayout1.xml.rels><?xml version="1.0" encoding="UTF-8" standalone="yes"?>
<Relationships xmlns="http://schemas.openxmlformats.org/package/2006/relationships" xmlns:xml="http://www.w3.org/XML/1998/namespace"><Relationship Target="../slideMasters/slideMaster1.xml" Type="http://schemas.openxmlformats.org/officeDocument/2006/relationships/slideMaster" Id="rId1"/></Relationships>

</file>

<file path=ppt/slideLayouts/slideLayout1.xml><?xml version="1.0" encoding="utf-8"?>
<p:sldLayout xmlns="http://schemas.openxmlformats.org/presentationml/2006/main" xmlns:a="http://schemas.openxmlformats.org/drawingml/2006/main" xmlns:p="http://schemas.openxmlformats.org/presentationml/2006/main" xmlns:r="http://schemas.openxmlformats.org/officeDocument/2006/relationships" xmlns:sh="http://schemas.openxmlformats.org/officeDocument/2006/sharedTypes" xmlns:xml="http://www.w3.org/XML/1998/namespace">
  <p:cSld>
    <p:spTree>
      <p:nvGrpSpPr>
        <p:cNvPr id="0" name=""/>
        <p:cNvGrpSpPr/>
        <p:nvPr/>
      </p:nvGrpSpPr>
      <p:grpSpPr/>
    </p:spTree>
  </p:cSld>
</p:sldLayout>
</file>

<file path=ppt/slideMasters/_rels/slideMaster1.xml.rels><?xml version="1.0" encoding="UTF-8" standalone="yes"?>
<Relationships xmlns="http://schemas.openxmlformats.org/package/2006/relationships" xmlns:xml="http://www.w3.org/XML/1998/namespace"><Relationship Target="../slideLayouts/slideLayout1.xml" Type="http://schemas.openxmlformats.org/officeDocument/2006/relationships/slideLayout" Id="rId1"/><Relationship Target="../theme/theme1.xml" Type="http://schemas.openxmlformats.org/officeDocument/2006/relationships/theme" Id="rId2"/></Relationships>

</file>

<file path=ppt/slideMasters/slideMaster1.xml><?xml version="1.0" encoding="utf-8"?>
<p:sldMaster xmlns="http://schemas.openxmlformats.org/presentationml/2006/main" xmlns:a="http://schemas.openxmlformats.org/drawingml/2006/main" xmlns:p="http://schemas.openxmlformats.org/presentationml/2006/main" xmlns:r="http://schemas.openxmlformats.org/officeDocument/2006/relationships" xmlns:sh="http://schemas.openxmlformats.org/officeDocument/2006/sharedTypes" xmlns:xml="http://www.w3.org/XML/1998/namespace">
  <p:cSld>
    <p:spTree>
      <p:nvGrpSpPr>
        <p:cNvPr id="0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 xmlns:xml="http://www.w3.org/XML/1998/namespace"><Relationship Target="../slideLayouts/slideLayout1.xml" Type="http://schemas.openxmlformats.org/officeDocument/2006/relationships/slideLayout" Id="rId1"/></Relationships>

</file>

<file path=ppt/slides/_rels/slide2.xml.rels><?xml version="1.0" encoding="UTF-8" standalone="yes"?>
<Relationships xmlns="http://schemas.openxmlformats.org/package/2006/relationships" xmlns:xml="http://www.w3.org/XML/1998/namespace"><Relationship Target="../slideLayouts/slideLayout1.xml" Type="http://schemas.openxmlformats.org/officeDocument/2006/relationships/slideLayout" Id="rId1"/></Relationships>

</file>

<file path=ppt/slides/_rels/slide3.xml.rels><?xml version="1.0" encoding="UTF-8" standalone="yes"?>
<Relationships xmlns="http://schemas.openxmlformats.org/package/2006/relationships" xmlns:xml="http://www.w3.org/XML/1998/namespace"><Relationship Target="../slideLayouts/slideLayout1.xml" Type="http://schemas.openxmlformats.org/officeDocument/2006/relationships/slideLayout" Id="rId1"/></Relationships>

</file>

<file path=ppt/slides/_rels/slide4.xml.rels><?xml version="1.0" encoding="UTF-8" standalone="yes"?>
<Relationships xmlns="http://schemas.openxmlformats.org/package/2006/relationships" xmlns:xml="http://www.w3.org/XML/1998/namespace"><Relationship Target="../slideLayouts/slideLayout1.xml" Type="http://schemas.openxmlformats.org/officeDocument/2006/relationships/slideLayout" Id="rId1"/></Relationships>

</file>

<file path=ppt/slides/_rels/slide5.xml.rels><?xml version="1.0" encoding="UTF-8" standalone="yes"?>
<Relationships xmlns="http://schemas.openxmlformats.org/package/2006/relationships" xmlns:xml="http://www.w3.org/XML/1998/namespace"><Relationship Target="../slideLayouts/slideLayout1.xml" Type="http://schemas.openxmlformats.org/officeDocument/2006/relationships/slideLayout" Id="rId1"/></Relationships>

</file>

<file path=ppt/slides/_rels/slide6.xml.rels><?xml version="1.0" encoding="UTF-8" standalone="yes"?>
<Relationships xmlns="http://schemas.openxmlformats.org/package/2006/relationships" xmlns:xml="http://www.w3.org/XML/1998/namespace"><Relationship Target="../slideLayouts/slideLayout1.xml" Type="http://schemas.openxmlformats.org/officeDocument/2006/relationships/slideLayout" Id="rId1"/></Relationships>

</file>

<file path=ppt/slides/_rels/slide7.xml.rels><?xml version="1.0" encoding="UTF-8" standalone="yes"?>
<Relationships xmlns="http://schemas.openxmlformats.org/package/2006/relationships" xmlns:xml="http://www.w3.org/XML/1998/namespace"><Relationship Target="../slideLayouts/slideLayout1.xml" Type="http://schemas.openxmlformats.org/officeDocument/2006/relationships/slideLayout" Id="rId1"/></Relationships>

</file>

<file path=ppt/slides/_rels/slide8.xml.rels><?xml version="1.0" encoding="UTF-8" standalone="yes"?>
<Relationships xmlns="http://schemas.openxmlformats.org/package/2006/relationships" xmlns:xml="http://www.w3.org/XML/1998/namespace"><Relationship Target="../slideLayouts/slideLayout1.xml" Type="http://schemas.openxmlformats.org/officeDocument/2006/relationships/slideLayout" Id="rId1"/></Relationships>

</file>

<file path=ppt/slides/slide1.xml><?xml version="1.0" encoding="utf-8"?>
<p:sld xmlns="http://schemas.openxmlformats.org/presentationml/2006/main" xmlns:a="http://schemas.openxmlformats.org/drawingml/2006/main" xmlns:p="http://schemas.openxmlformats.org/presentationml/2006/main" xmlns:r="http://schemas.openxmlformats.org/officeDocument/2006/relationships" xmlns:sh="http://schemas.openxmlformats.org/officeDocument/2006/sharedTypes" xmlns:xml="http://www.w3.org/XML/1998/namespace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 txBox="1"/>
          <p:nvPr/>
        </p:nvSpPr>
        <p:spPr>
          <a:xfrm>
            <a:off x="457200" y="1828800"/>
            <a:ext cx="8229600" cy="1371600"/>
          </a:xfrm>
          <a:prstGeom prst="rect"/>
        </p:spPr>
        <p:txBody>
          <a:bodyPr wrap="square">
            <a:spAutoFit/>
          </a:bodyPr>
          <a:p>
            <a:r>
              <a:rPr sz="4400" b="1"/>
              <a:t>Membangun Kepercayaan: Kunci Sukses dalam Komunikasi Efektif</a:t>
            </a:r>
          </a:p>
        </p:txBody>
      </p:sp>
      <p:sp>
        <p:nvSpPr>
          <p:cNvPr id="0" name=""/>
          <p:cNvSpPr txBox="1"/>
          <p:nvPr/>
        </p:nvSpPr>
        <p:spPr>
          <a:xfrm>
            <a:off x="457200" y="3474720"/>
            <a:ext cx="8229600" cy="2743200"/>
          </a:xfrm>
          <a:prstGeom prst="rect"/>
        </p:spPr>
        <p:txBody>
          <a:bodyPr wrap="square">
            <a:spAutoFit/>
          </a:bodyPr>
          <a:p>
            <a:r>
              <a:rPr sz="1800"/>
              <a:t>Durasi: 75 menit | Audiens: Peserta dengan level kompetensi pemula</a:t>
            </a:r>
          </a:p>
          <a:p/>
          <a:p>
            <a:r>
              <a:rPr sz="1800" b="1"/>
              <a:t>Tujuan Pembelajaran:</a:t>
            </a:r>
          </a:p>
          <a:p>
            <a:r>
              <a:rPr sz="1600"/>
              <a:t>• Mengembangkan kemampuan membangun kepercayaan</a:t>
            </a:r>
          </a:p>
          <a:p>
            <a:r>
              <a:rPr sz="1600"/>
              <a:t>• Meningkatkan komunikasi efektif</a:t>
            </a:r>
          </a:p>
        </p:txBody>
      </p:sp>
    </p:spTree>
  </p:cSld>
</p:sld>
</file>

<file path=ppt/slides/slide2.xml><?xml version="1.0" encoding="utf-8"?>
<p:sld xmlns="http://schemas.openxmlformats.org/presentationml/2006/main" xmlns:a="http://schemas.openxmlformats.org/drawingml/2006/main" xmlns:p="http://schemas.openxmlformats.org/presentationml/2006/main" xmlns:r="http://schemas.openxmlformats.org/officeDocument/2006/relationships" xmlns:sh="http://schemas.openxmlformats.org/officeDocument/2006/sharedTypes" xmlns:xml="http://www.w3.org/XML/1998/namespace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 txBox="1"/>
          <p:nvPr/>
        </p:nvSpPr>
        <p:spPr>
          <a:xfrm>
            <a:off x="457200" y="457200"/>
            <a:ext cx="8229600" cy="731520"/>
          </a:xfrm>
          <a:prstGeom prst="rect"/>
        </p:spPr>
        <p:txBody>
          <a:bodyPr wrap="square">
            <a:spAutoFit/>
          </a:bodyPr>
          <a:p>
            <a:r>
              <a:rPr sz="2800" b="1"/>
              <a:t>OBJECTIVE: TUJUAN PEMBELAJARAN</a:t>
            </a:r>
          </a:p>
        </p:txBody>
      </p:sp>
      <p:sp>
        <p:nvSpPr>
          <p:cNvPr id="0" name=""/>
          <p:cNvSpPr txBox="1"/>
          <p:nvPr/>
        </p:nvSpPr>
        <p:spPr>
          <a:xfrm>
            <a:off x="457200" y="1280160"/>
            <a:ext cx="8229600" cy="5303520"/>
          </a:xfrm>
          <a:prstGeom prst="rect"/>
        </p:spPr>
        <p:txBody>
          <a:bodyPr wrap="square">
            <a:spAutoFit/>
          </a:bodyPr>
          <a:p>
            <a:r>
              <a:rPr sz="1600"/>
              <a:t>Mengembangkan kemampuan membangun kepercayaan</a:t>
            </a:r>
          </a:p>
          <a:p>
            <a:r>
              <a:rPr sz="1600"/>
              <a:t>Meningkatkan komunikasi efektif</a:t>
            </a:r>
          </a:p>
          <a:p>
            <a:r>
              <a:rPr sz="1600"/>
              <a:t>Mengembangkan kemampuan memahami kebutuhan orang lain</a:t>
            </a:r>
          </a:p>
          <a:p>
            <a:r>
              <a:rPr sz="1600"/>
              <a:t>Meningkatkan kemampuan berkomunikasi dengan efektif</a:t>
            </a:r>
          </a:p>
          <a:p>
            <a:r>
              <a:rPr sz="1600"/>
              <a:t>Mengembangkan kemampuan membangun hubungan yang kuat</a:t>
            </a:r>
          </a:p>
          <a:p>
            <a:r>
              <a:rPr sz="1600"/>
              <a:t>Meningkatkan kemampuan bekerja sama dalam tim</a:t>
            </a:r>
          </a:p>
          <a:p>
            <a:r>
              <a:rPr sz="1600"/>
              <a:t>Mengembangkan kemampuan memecahkan masalah</a:t>
            </a:r>
          </a:p>
          <a:p>
            <a:r>
              <a:rPr sz="1600"/>
              <a:t>Meningkatkan kemampuan mengambil keputusan</a:t>
            </a:r>
          </a:p>
        </p:txBody>
      </p:sp>
    </p:spTree>
  </p:cSld>
</p:sld>
</file>

<file path=ppt/slides/slide3.xml><?xml version="1.0" encoding="utf-8"?>
<p:sld xmlns="http://schemas.openxmlformats.org/presentationml/2006/main" xmlns:a="http://schemas.openxmlformats.org/drawingml/2006/main" xmlns:p="http://schemas.openxmlformats.org/presentationml/2006/main" xmlns:r="http://schemas.openxmlformats.org/officeDocument/2006/relationships" xmlns:sh="http://schemas.openxmlformats.org/officeDocument/2006/sharedTypes" xmlns:xml="http://www.w3.org/XML/1998/namespace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 txBox="1"/>
          <p:nvPr/>
        </p:nvSpPr>
        <p:spPr>
          <a:xfrm>
            <a:off x="457200" y="457200"/>
            <a:ext cx="8229600" cy="731520"/>
          </a:xfrm>
          <a:prstGeom prst="rect"/>
        </p:spPr>
        <p:txBody>
          <a:bodyPr wrap="square">
            <a:spAutoFit/>
          </a:bodyPr>
          <a:p>
            <a:r>
              <a:rPr sz="2800" b="1"/>
              <a:t>KONSEP: APA ITU MEMBANGUN KEPERCAYAAN?</a:t>
            </a:r>
          </a:p>
        </p:txBody>
      </p:sp>
      <p:sp>
        <p:nvSpPr>
          <p:cNvPr id="0" name=""/>
          <p:cNvSpPr txBox="1"/>
          <p:nvPr/>
        </p:nvSpPr>
        <p:spPr>
          <a:xfrm>
            <a:off x="457200" y="1280160"/>
            <a:ext cx="8229600" cy="5303520"/>
          </a:xfrm>
          <a:prstGeom prst="rect"/>
        </p:spPr>
        <p:txBody>
          <a:bodyPr wrap="square">
            <a:spAutoFit/>
          </a:bodyPr>
          <a:p>
            <a:r>
              <a:rPr sz="1600"/>
              <a:t>Definisi Membangun Kepercayaan</a:t>
            </a:r>
          </a:p>
          <a:p>
            <a:r>
              <a:rPr sz="1600"/>
              <a:t>Membangun kepercayaan adalah proses membangun hubungan yang kuat dan efektif dengan orang lain, berdasarkan pada kepercayaan, kesetiaan, dan komitmen</a:t>
            </a:r>
          </a:p>
          <a:p>
            <a:r>
              <a:rPr sz="1600"/>
              <a:t>Mengembangkan kemampuan memahami kebutuhan orang lain</a:t>
            </a:r>
          </a:p>
          <a:p>
            <a:r>
              <a:rPr sz="1600"/>
              <a:t>Meningkatkan kemampuan berkomunikasi dengan efektif</a:t>
            </a:r>
          </a:p>
          <a:p>
            <a:r>
              <a:rPr sz="1600"/>
              <a:t>Mengembangkan kemampuan membangun hubungan yang kuat</a:t>
            </a:r>
          </a:p>
          <a:p>
            <a:r>
              <a:rPr sz="1600"/>
              <a:t>Meningkatkan kemampuan bekerja sama dalam tim</a:t>
            </a:r>
          </a:p>
          <a:p>
            <a:r>
              <a:rPr sz="1600"/>
              <a:t>Mengembangkan kemampuan memecahkan masalah</a:t>
            </a:r>
          </a:p>
          <a:p>
            <a:r>
              <a:rPr sz="1600"/>
              <a:t>Meningkatkan kemampuan mengambil keputusan</a:t>
            </a:r>
          </a:p>
        </p:txBody>
      </p:sp>
    </p:spTree>
  </p:cSld>
</p:sld>
</file>

<file path=ppt/slides/slide4.xml><?xml version="1.0" encoding="utf-8"?>
<p:sld xmlns="http://schemas.openxmlformats.org/presentationml/2006/main" xmlns:a="http://schemas.openxmlformats.org/drawingml/2006/main" xmlns:p="http://schemas.openxmlformats.org/presentationml/2006/main" xmlns:r="http://schemas.openxmlformats.org/officeDocument/2006/relationships" xmlns:sh="http://schemas.openxmlformats.org/officeDocument/2006/sharedTypes" xmlns:xml="http://www.w3.org/XML/1998/namespace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 txBox="1"/>
          <p:nvPr/>
        </p:nvSpPr>
        <p:spPr>
          <a:xfrm>
            <a:off x="457200" y="457200"/>
            <a:ext cx="8229600" cy="731520"/>
          </a:xfrm>
          <a:prstGeom prst="rect"/>
        </p:spPr>
        <p:txBody>
          <a:bodyPr wrap="square">
            <a:spAutoFit/>
          </a:bodyPr>
          <a:p>
            <a:r>
              <a:rPr sz="2800" b="1"/>
              <a:t>LANGKAH 1: MEMAHAMI KEBUTUHAN ORANG LAIN</a:t>
            </a:r>
          </a:p>
        </p:txBody>
      </p:sp>
      <p:sp>
        <p:nvSpPr>
          <p:cNvPr id="0" name=""/>
          <p:cNvSpPr txBox="1"/>
          <p:nvPr/>
        </p:nvSpPr>
        <p:spPr>
          <a:xfrm>
            <a:off x="457200" y="1280160"/>
            <a:ext cx="8229600" cy="5303520"/>
          </a:xfrm>
          <a:prstGeom prst="rect"/>
        </p:spPr>
        <p:txBody>
          <a:bodyPr wrap="square">
            <a:spAutoFit/>
          </a:bodyPr>
          <a:p>
            <a:r>
              <a:rPr sz="1600"/>
              <a:t>Mengidentifikasi kebutuhan orang lain</a:t>
            </a:r>
          </a:p>
          <a:p>
            <a:r>
              <a:rPr sz="1600"/>
              <a:t>Mengembangkan kemampuan memahami kebutuhan orang lain</a:t>
            </a:r>
          </a:p>
          <a:p>
            <a:r>
              <a:rPr sz="1600"/>
              <a:t>Meningkatkan kemampuan berkomunikasi dengan efektif</a:t>
            </a:r>
          </a:p>
          <a:p>
            <a:r>
              <a:rPr sz="1600"/>
              <a:t>Mengembangkan kemampuan membangun hubungan yang kuat</a:t>
            </a:r>
          </a:p>
          <a:p>
            <a:r>
              <a:rPr sz="1600"/>
              <a:t>Meningkatkan kemampuan bekerja sama dalam tim</a:t>
            </a:r>
          </a:p>
          <a:p>
            <a:r>
              <a:rPr sz="1600"/>
              <a:t>Mengembangkan kemampuan memecahkan masalah</a:t>
            </a:r>
          </a:p>
          <a:p>
            <a:r>
              <a:rPr sz="1600"/>
              <a:t>Meningkatkan kemampuan mengambil keputusan</a:t>
            </a:r>
          </a:p>
        </p:txBody>
      </p:sp>
    </p:spTree>
  </p:cSld>
</p:sld>
</file>

<file path=ppt/slides/slide5.xml><?xml version="1.0" encoding="utf-8"?>
<p:sld xmlns="http://schemas.openxmlformats.org/presentationml/2006/main" xmlns:a="http://schemas.openxmlformats.org/drawingml/2006/main" xmlns:p="http://schemas.openxmlformats.org/presentationml/2006/main" xmlns:r="http://schemas.openxmlformats.org/officeDocument/2006/relationships" xmlns:sh="http://schemas.openxmlformats.org/officeDocument/2006/sharedTypes" xmlns:xml="http://www.w3.org/XML/1998/namespace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 txBox="1"/>
          <p:nvPr/>
        </p:nvSpPr>
        <p:spPr>
          <a:xfrm>
            <a:off x="457200" y="457200"/>
            <a:ext cx="8229600" cy="731520"/>
          </a:xfrm>
          <a:prstGeom prst="rect"/>
        </p:spPr>
        <p:txBody>
          <a:bodyPr wrap="square">
            <a:spAutoFit/>
          </a:bodyPr>
          <a:p>
            <a:r>
              <a:rPr sz="2800" b="1"/>
              <a:t>STUDI KASUS: MEMBANGUN KEPERCAYAAN DI TEMPAT KERJA</a:t>
            </a:r>
          </a:p>
        </p:txBody>
      </p:sp>
      <p:sp>
        <p:nvSpPr>
          <p:cNvPr id="0" name=""/>
          <p:cNvSpPr txBox="1"/>
          <p:nvPr/>
        </p:nvSpPr>
        <p:spPr>
          <a:xfrm>
            <a:off x="457200" y="1280160"/>
            <a:ext cx="8229600" cy="5303520"/>
          </a:xfrm>
          <a:prstGeom prst="rect"/>
        </p:spPr>
        <p:txBody>
          <a:bodyPr wrap="square">
            <a:spAutoFit/>
          </a:bodyPr>
          <a:p>
            <a:r>
              <a:rPr sz="1600"/>
              <a:t>Contoh kasus membangun kepercayaan di tempat kerja</a:t>
            </a:r>
          </a:p>
          <a:p>
            <a:r>
              <a:rPr sz="1600"/>
              <a:t>Mengembangkan kemampuan memahami kebutuhan rekan kerja</a:t>
            </a:r>
          </a:p>
          <a:p>
            <a:r>
              <a:rPr sz="1600"/>
              <a:t>Meningkatkan kemampuan berkomunikasi dengan efektif</a:t>
            </a:r>
          </a:p>
          <a:p>
            <a:r>
              <a:rPr sz="1600"/>
              <a:t>Mengembangkan kemampuan membangun hubungan yang kuat</a:t>
            </a:r>
          </a:p>
          <a:p>
            <a:r>
              <a:rPr sz="1600"/>
              <a:t>Meningkatkan kemampuan bekerja sama dalam tim</a:t>
            </a:r>
          </a:p>
          <a:p>
            <a:r>
              <a:rPr sz="1600"/>
              <a:t>Mengembangkan kemampuan memecahkan masalah</a:t>
            </a:r>
          </a:p>
          <a:p>
            <a:r>
              <a:rPr sz="1600"/>
              <a:t>Meningkatkan kemampuan mengambil keputusan</a:t>
            </a:r>
          </a:p>
        </p:txBody>
      </p:sp>
    </p:spTree>
  </p:cSld>
</p:sld>
</file>

<file path=ppt/slides/slide6.xml><?xml version="1.0" encoding="utf-8"?>
<p:sld xmlns="http://schemas.openxmlformats.org/presentationml/2006/main" xmlns:a="http://schemas.openxmlformats.org/drawingml/2006/main" xmlns:p="http://schemas.openxmlformats.org/presentationml/2006/main" xmlns:r="http://schemas.openxmlformats.org/officeDocument/2006/relationships" xmlns:sh="http://schemas.openxmlformats.org/officeDocument/2006/sharedTypes" xmlns:xml="http://www.w3.org/XML/1998/namespace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 txBox="1"/>
          <p:nvPr/>
        </p:nvSpPr>
        <p:spPr>
          <a:xfrm>
            <a:off x="457200" y="457200"/>
            <a:ext cx="8229600" cy="731520"/>
          </a:xfrm>
          <a:prstGeom prst="rect"/>
        </p:spPr>
        <p:txBody>
          <a:bodyPr wrap="square">
            <a:spAutoFit/>
          </a:bodyPr>
          <a:p>
            <a:r>
              <a:rPr sz="2800" b="1"/>
              <a:t>PENUTUP: RINGKASAN DAN TINDAK LANJUT</a:t>
            </a:r>
          </a:p>
        </p:txBody>
      </p:sp>
      <p:sp>
        <p:nvSpPr>
          <p:cNvPr id="0" name=""/>
          <p:cNvSpPr txBox="1"/>
          <p:nvPr/>
        </p:nvSpPr>
        <p:spPr>
          <a:xfrm>
            <a:off x="457200" y="1280160"/>
            <a:ext cx="8229600" cy="5303520"/>
          </a:xfrm>
          <a:prstGeom prst="rect"/>
        </p:spPr>
        <p:txBody>
          <a:bodyPr wrap="square">
            <a:spAutoFit/>
          </a:bodyPr>
          <a:p>
            <a:r>
              <a:rPr sz="1600"/>
              <a:t>Ringkasan materi yang telah dipelajari</a:t>
            </a:r>
          </a:p>
          <a:p>
            <a:r>
              <a:rPr sz="1600"/>
              <a:t>Tindak lanjut untuk mempraktikkan kemampuan membangun kepercayaan</a:t>
            </a:r>
          </a:p>
          <a:p>
            <a:r>
              <a:rPr sz="1600"/>
              <a:t>Mengembangkan kemampuan memahami kebutuhan orang lain</a:t>
            </a:r>
          </a:p>
          <a:p>
            <a:r>
              <a:rPr sz="1600"/>
              <a:t>Meningkatkan kemampuan berkomunikasi dengan efektif</a:t>
            </a:r>
          </a:p>
          <a:p>
            <a:r>
              <a:rPr sz="1600"/>
              <a:t>Mengembangkan kemampuan membangun hubungan yang kuat</a:t>
            </a:r>
          </a:p>
          <a:p>
            <a:r>
              <a:rPr sz="1600"/>
              <a:t>Meningkatkan kemampuan bekerja sama dalam tim</a:t>
            </a:r>
          </a:p>
          <a:p>
            <a:r>
              <a:rPr sz="1600"/>
              <a:t>Mengembangkan kemampuan memecahkan masalah</a:t>
            </a:r>
          </a:p>
          <a:p>
            <a:r>
              <a:rPr sz="1600"/>
              <a:t>Meningkatkan kemampuan mengambil keputusan</a:t>
            </a:r>
          </a:p>
        </p:txBody>
      </p:sp>
    </p:spTree>
  </p:cSld>
</p:sld>
</file>

<file path=ppt/slides/slide7.xml><?xml version="1.0" encoding="utf-8"?>
<p:sld xmlns="http://schemas.openxmlformats.org/presentationml/2006/main" xmlns:a="http://schemas.openxmlformats.org/drawingml/2006/main" xmlns:p="http://schemas.openxmlformats.org/presentationml/2006/main" xmlns:r="http://schemas.openxmlformats.org/officeDocument/2006/relationships" xmlns:sh="http://schemas.openxmlformats.org/officeDocument/2006/sharedTypes" xmlns:xml="http://www.w3.org/XML/1998/namespace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 txBox="1"/>
          <p:nvPr/>
        </p:nvSpPr>
        <p:spPr>
          <a:xfrm>
            <a:off x="457200" y="457200"/>
            <a:ext cx="8229600" cy="731520"/>
          </a:xfrm>
          <a:prstGeom prst="rect"/>
        </p:spPr>
        <p:txBody>
          <a:bodyPr wrap="square">
            <a:spAutoFit/>
          </a:bodyPr>
          <a:p>
            <a:r>
              <a:rPr sz="2800" b="1"/>
              <a:t>Aktivitas &amp; Latihan</a:t>
            </a:r>
          </a:p>
        </p:txBody>
      </p:sp>
      <p:sp>
        <p:nvSpPr>
          <p:cNvPr id="0" name=""/>
          <p:cNvSpPr txBox="1"/>
          <p:nvPr/>
        </p:nvSpPr>
        <p:spPr>
          <a:xfrm>
            <a:off x="457200" y="1280160"/>
            <a:ext cx="8229600" cy="5303520"/>
          </a:xfrm>
          <a:prstGeom prst="rect"/>
        </p:spPr>
        <p:txBody>
          <a:bodyPr wrap="square">
            <a:spAutoFit/>
          </a:bodyPr>
          <a:p>
            <a:r>
              <a:rPr sz="1800" b="1"/>
              <a:t>1. Aktivitas 1: Membangun Kepercayaan (15 menit)</a:t>
            </a:r>
          </a:p>
          <a:p>
            <a:r>
              <a:rPr sz="1500"/>
              <a:t xml:space="preserve">   Instruksi lengkap dan detail dengan langkah-langkah yang clear</a:t>
            </a:r>
          </a:p>
          <a:p>
            <a:r>
              <a:rPr sz="600"/>
              <a:t xml:space="preserve"> </a:t>
            </a:r>
          </a:p>
          <a:p>
            <a:r>
              <a:rPr sz="1800" b="1"/>
              <a:t>2. Aktivitas 2: Komunikasi Efektif (15 menit)</a:t>
            </a:r>
          </a:p>
          <a:p>
            <a:r>
              <a:rPr sz="1500"/>
              <a:t xml:space="preserve">   Instruksi lengkap dan detail dengan langkah-langkah yang clear</a:t>
            </a:r>
          </a:p>
          <a:p>
            <a:r>
              <a:rPr sz="600"/>
              <a:t xml:space="preserve"> </a:t>
            </a:r>
          </a:p>
          <a:p>
            <a:r>
              <a:rPr sz="1800" b="1"/>
              <a:t>3. Aktivitas 3: Membangun Hubungan yang Kuat (15 menit)</a:t>
            </a:r>
          </a:p>
          <a:p>
            <a:r>
              <a:rPr sz="1500"/>
              <a:t xml:space="preserve">   Instruksi lengkap dan detail dengan langkah-langkah yang clear</a:t>
            </a:r>
          </a:p>
          <a:p>
            <a:r>
              <a:rPr sz="600"/>
              <a:t xml:space="preserve"> </a:t>
            </a:r>
          </a:p>
          <a:p>
            <a:r>
              <a:rPr sz="1800" b="1"/>
              <a:t>4. Aktivitas 4: Bekerja Sama dalam Tim (15 menit)</a:t>
            </a:r>
          </a:p>
          <a:p>
            <a:r>
              <a:rPr sz="1500"/>
              <a:t xml:space="preserve">   Instruksi lengkap dan detail dengan langkah-langkah yang clear</a:t>
            </a:r>
          </a:p>
        </p:txBody>
      </p:sp>
    </p:spTree>
  </p:cSld>
</p:sld>
</file>

<file path=ppt/slides/slide8.xml><?xml version="1.0" encoding="utf-8"?>
<p:sld xmlns="http://schemas.openxmlformats.org/presentationml/2006/main" xmlns:a="http://schemas.openxmlformats.org/drawingml/2006/main" xmlns:p="http://schemas.openxmlformats.org/presentationml/2006/main" xmlns:r="http://schemas.openxmlformats.org/officeDocument/2006/relationships" xmlns:sh="http://schemas.openxmlformats.org/officeDocument/2006/sharedTypes" xmlns:xml="http://www.w3.org/XML/1998/namespace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 txBox="1"/>
          <p:nvPr/>
        </p:nvSpPr>
        <p:spPr>
          <a:xfrm>
            <a:off x="457200" y="457200"/>
            <a:ext cx="8229600" cy="731520"/>
          </a:xfrm>
          <a:prstGeom prst="rect"/>
        </p:spPr>
        <p:txBody>
          <a:bodyPr wrap="square">
            <a:spAutoFit/>
          </a:bodyPr>
          <a:p>
            <a:r>
              <a:rPr sz="2800" b="1"/>
              <a:t>Assessment &amp; Evaluasi</a:t>
            </a:r>
          </a:p>
        </p:txBody>
      </p:sp>
      <p:sp>
        <p:nvSpPr>
          <p:cNvPr id="0" name=""/>
          <p:cNvSpPr txBox="1"/>
          <p:nvPr/>
        </p:nvSpPr>
        <p:spPr>
          <a:xfrm>
            <a:off x="457200" y="1280160"/>
            <a:ext cx="8229600" cy="5303520"/>
          </a:xfrm>
          <a:prstGeom prst="rect"/>
        </p:spPr>
        <p:txBody>
          <a:bodyPr wrap="square">
            <a:spAutoFit/>
          </a:bodyPr>
          <a:p>
            <a:r>
              <a:rPr sz="1500" b="1"/>
              <a:t>Q1: Pertanyaan 1: Apa yang dimaksud dengan membangun kepercayaan?</a:t>
            </a:r>
          </a:p>
          <a:p>
            <a:r>
              <a:rPr sz="1400"/>
              <a:t>A: Jawaban komprehensif dengan penjelasan reasoning</a:t>
            </a:r>
          </a:p>
          <a:p>
            <a:r>
              <a:rPr sz="600"/>
              <a:t xml:space="preserve"> </a:t>
            </a:r>
          </a:p>
          <a:p>
            <a:r>
              <a:rPr sz="1500" b="1"/>
              <a:t>Q2: Pertanyaan 2: Bagaimana cara membangun kepercayaan di tempat kerja?</a:t>
            </a:r>
          </a:p>
          <a:p>
            <a:r>
              <a:rPr sz="1400"/>
              <a:t>A: Jawaban komprehensif dengan penjelasan reasoning</a:t>
            </a:r>
          </a:p>
          <a:p>
            <a:r>
              <a:rPr sz="600"/>
              <a:t xml:space="preserve"> </a:t>
            </a:r>
          </a:p>
          <a:p>
            <a:r>
              <a:rPr sz="1500" b="1"/>
              <a:t>Q3: Pertanyaan 3: Apa yang penting dalam membangun hubungan yang kuat?</a:t>
            </a:r>
          </a:p>
          <a:p>
            <a:r>
              <a:rPr sz="1400"/>
              <a:t>A: Jawaban komprehensif dengan penjelasan reasoning</a:t>
            </a:r>
          </a:p>
          <a:p>
            <a:r>
              <a:rPr sz="600"/>
              <a:t xml:space="preserve"> </a:t>
            </a:r>
          </a:p>
          <a:p>
            <a:r>
              <a:rPr sz="1500" b="1"/>
              <a:t>Q4: Pertanyaan 4: Bagaimana cara meningkatkan kemampuan berkomunikasi dengan efektif?</a:t>
            </a:r>
          </a:p>
          <a:p>
            <a:r>
              <a:rPr sz="1400"/>
              <a:t>A: Jawaban komprehensif dengan penjelasan reasoning</a:t>
            </a:r>
          </a:p>
        </p:txBody>
      </p:sp>
    </p:spTree>
  </p:cSld>
</p:sld>
</file>

<file path=ppt/theme/theme1.xml><?xml version="1.0" encoding="utf-8"?>
<a:theme xmlns="http://schemas.openxmlformats.org/drawingml/2006/main" xmlns:a="http://schemas.openxmlformats.org/drawingml/2006/main" xmlns:r="http://schemas.openxmlformats.org/officeDocument/2006/relationships" xmlns:sh="http://schemas.openxmlformats.org/officeDocument/2006/sharedTypes" xmlns:xml="http://www.w3.org/XML/1998/namespace" name="uni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7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/>
            </a:gs>
            <a:gs pos="50000">
              <a:schemeClr val="phClr"/>
            </a:gs>
          </a:gsLst>
          <a:lin ang="5400000" scaled="0"/>
        </a:gradFill>
        <a:gradFill rotWithShape="1">
          <a:gsLst>
            <a:gs pos="0">
              <a:schemeClr val="phClr"/>
            </a:gs>
            <a:gs pos="50000">
              <a:schemeClr val="phClr"/>
            </a:gs>
          </a:gsLst>
          <a:lin ang="5400000" scaled="0"/>
        </a:gradFill>
      </a:fillStyleLst>
      <a:lnStyleLst>
        <a:ln w="6350" cap="flat" cmpd="sng" algn="ctr"/>
        <a:ln w="12700" cap="flat" cmpd="sng" algn="ctr"/>
        <a:ln w="19050" cap="flat" cmpd="sng" algn="ctr"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/>
            </a:gs>
            <a:gs pos="50000">
              <a:schemeClr val="phClr"/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 xmlns:xml="http://www.w3.org/XML/1998/namespace">
  <Company>FoxyUtils ehf</Company>
  <LinksUpToDate>false</LinksUpToDate>
  <Application>github.com/unidoc/unioffice</Application>
  <AppVersion>01.0017</AppVersion>
  <DocSecurity>0</DocSecurity>
</Properties>
</file>

<file path=docProps/core.xml><?xml version="1.0" encoding="utf-8"?>
<cp:coreProperties xmlns="http://schemas.openxmlformats.org/package/2006/metadata/core-properties" xmlns:cp="http://schemas.openxmlformats.org/package/2006/metadata/core-properties" xmlns:dc="http://purl.org/dc/elements/1.1/" xmlns:dcterms="http://purl.org/dc/terms/" xmlns:xml="http://www.w3.org/XML/1998/namespace"/>
</file>